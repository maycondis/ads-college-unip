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handoutMasterIdLst>
    <p:handoutMasterId r:id="rId29"/>
  </p:handoutMasterIdLst>
  <p:sldIdLst>
    <p:sldId id="268" r:id="rId5"/>
    <p:sldId id="269" r:id="rId6"/>
    <p:sldId id="270" r:id="rId7"/>
    <p:sldId id="275" r:id="rId8"/>
    <p:sldId id="271" r:id="rId9"/>
    <p:sldId id="272" r:id="rId10"/>
    <p:sldId id="273" r:id="rId11"/>
    <p:sldId id="276" r:id="rId12"/>
    <p:sldId id="274" r:id="rId13"/>
    <p:sldId id="277" r:id="rId14"/>
    <p:sldId id="278" r:id="rId15"/>
    <p:sldId id="279" r:id="rId16"/>
    <p:sldId id="281" r:id="rId17"/>
    <p:sldId id="280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8B630830-86DA-477D-9B12-97EB0463A36B}">
          <p14:sldIdLst>
            <p14:sldId id="268"/>
            <p14:sldId id="269"/>
            <p14:sldId id="270"/>
            <p14:sldId id="275"/>
            <p14:sldId id="271"/>
            <p14:sldId id="272"/>
            <p14:sldId id="273"/>
            <p14:sldId id="276"/>
            <p14:sldId id="274"/>
            <p14:sldId id="277"/>
            <p14:sldId id="278"/>
            <p14:sldId id="279"/>
            <p14:sldId id="281"/>
            <p14:sldId id="280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F4F6FA"/>
    <a:srgbClr val="FFD200"/>
    <a:srgbClr val="BCDFB3"/>
    <a:srgbClr val="FFFF80"/>
    <a:srgbClr val="74992E"/>
    <a:srgbClr val="FFFFFF"/>
    <a:srgbClr val="FBFBFB"/>
    <a:srgbClr val="EC7016"/>
    <a:srgbClr val="EFD7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19" autoAdjust="0"/>
  </p:normalViewPr>
  <p:slideViewPr>
    <p:cSldViewPr snapToGrid="0">
      <p:cViewPr varScale="1">
        <p:scale>
          <a:sx n="60" d="100"/>
          <a:sy n="60" d="100"/>
        </p:scale>
        <p:origin x="8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20/10/2025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20/10/2025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validator.w3.org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pt-br/customers/nubank-design-system-accessible-experiences-with-figma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web.design/components/layout-grid/" TargetMode="External"/><Relationship Id="rId2" Type="http://schemas.openxmlformats.org/officeDocument/2006/relationships/hyperlink" Target="https://designsystem.porsche.com/v3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arbondesignsystem.com/developing/frameworks/react/" TargetMode="External"/><Relationship Id="rId4" Type="http://schemas.openxmlformats.org/officeDocument/2006/relationships/hyperlink" Target="https://polaris-react.shopify.com/compon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5400" dirty="0"/>
              <a:t>Desenvolvimento de software para internet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Desenvolvimento de software para internet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Baseado no livro: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Learning Web Design - A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beginner's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guide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HTML, CSS, Javascript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Graphics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por 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Jennifer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Niederst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Robbins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72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A954-43A6-EC5C-EBF2-459623549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232DC-9AA7-9179-4061-0C69050B8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HTML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05B4CA-771C-58D5-65CD-E68FC2CDC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Uso de comentários.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Tornam o código legível e autoexplicativo.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Mantenham os comentários breves e eficientes</a:t>
            </a: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0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26396D8-74F4-A040-6FD8-85549CB36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857"/>
            <a:ext cx="12192000" cy="3250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9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31FDF-20BC-3BA1-00F7-0C0E83FF4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C30230-F371-133E-211D-B12FE3CDE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HTML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DE760A-46FF-4B9B-5D12-CA798657A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Mantenham uma estrutura hierárquica semântica.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Como discutimos ao longo do semestre.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583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C8F45-3D3C-6644-5335-5BE9F436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13456D-0CEF-9C48-EF0F-ADF90ED9A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HTML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7C84BD-2EB3-097C-57BF-8F5DBD589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Mantenham uma nomeação descritiva.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Escolham nomes significativos.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96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A110-BDBF-1725-CB98-BB998E7D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9073B-AF18-BBE9-9730-C9C91D56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HTML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EA222-23EB-2C92-8FBB-5A32B9A4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Mantenham uma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identação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padronizada.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Indente blocos internos e quebre linhas longas.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facilita a leitura e a </a:t>
            </a:r>
            <a:r>
              <a:rPr lang="pt-BR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manutenção colaborativa.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6419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73B5AEA-7B55-DA6A-6837-758F57127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829"/>
            <a:ext cx="12191999" cy="552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452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D0BD-A73D-634B-2072-8E5877426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39260B-2D54-0BBF-5E30-54BF9C2B3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E60803-6EED-E588-77C2-0AD12B9A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Organize a estilização com comentários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281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A777354-D3D4-4B66-B5D7-277C4EA7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782"/>
            <a:ext cx="12192000" cy="528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76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43FB7-EC09-960F-710A-3126D5B52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7BFC4-BFDB-5780-F724-716D3FD3A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253938-1E3F-9172-851B-CBFB3E7CE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4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variáveis CSS</a:t>
            </a:r>
          </a:p>
          <a:p>
            <a:pPr marL="201168" lvl="1" indent="0">
              <a:lnSpc>
                <a:spcPct val="107000"/>
              </a:lnSpc>
              <a:buNone/>
            </a:pPr>
            <a:r>
              <a:rPr lang="pt-BR" sz="44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:root</a:t>
            </a:r>
          </a:p>
          <a:p>
            <a:pPr marL="201168" lvl="1" indent="0">
              <a:lnSpc>
                <a:spcPct val="107000"/>
              </a:lnSpc>
              <a:buNone/>
            </a:pPr>
            <a:r>
              <a:rPr lang="pt-BR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var()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59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3A9C-DDA4-9BEC-16FB-CBC40E7B1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DA5A6-1440-285F-6E70-F08A629E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A47D0F-CD4D-A9F2-A97C-53E62A95A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variáveis CSS permitem definir valores globais reutilizáveis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melhora a reprodutibilidade e a manutenibilidade do código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880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6523E1A-5E39-A5FF-1260-F4EB1FD75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183"/>
            <a:ext cx="12192000" cy="427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79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940F-94C7-8AF4-1134-E158ACCFA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8FFE3F-2473-56B8-BF0B-D2E5BDC3F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782"/>
            <a:ext cx="12192000" cy="528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002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E8E76-E673-906B-4094-ECD2246E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4AD908D-3DF6-64CB-16B3-6391E8EF5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19055"/>
            <a:ext cx="12192000" cy="301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72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BFF7D-7E67-4A76-2259-DEA6A545B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8AF69D-1B85-C42A-4CD2-6215A38F7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9E7BA-1201-6AB0-E95F-14B010087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mudança no </a:t>
            </a:r>
            <a:r>
              <a:rPr lang="pt-BR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:root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atualiza todas as instâncias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centraliza o controle visual do sistema e garante consistência visual.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314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75E6E-932E-4040-12A1-29FE98FEF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52A2B-81A3-7C78-DB44-FDC894CE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66ACF6-9BEB-E642-345C-F95C97018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Testem uma separação modular de arquivos CSS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Crie diferentes </a:t>
            </a:r>
            <a:r>
              <a:rPr lang="pt-BR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stylesheets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organização: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92608" lvl="1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style.css → estilos gerais</a:t>
            </a:r>
          </a:p>
          <a:p>
            <a:pPr marL="292608" lvl="1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form.css → formulários</a:t>
            </a:r>
          </a:p>
          <a:p>
            <a:pPr marL="292608" lvl="1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painel.css → dashboard</a:t>
            </a:r>
          </a:p>
          <a:p>
            <a:pPr marL="292608" lvl="1" indent="0">
              <a:lnSpc>
                <a:spcPct val="107000"/>
              </a:lnSpc>
              <a:buNone/>
            </a:pPr>
            <a:r>
              <a:rPr lang="pt-BR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media.css → media queries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408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AF934-0A76-7909-A4DD-FA83B35A6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ADAFC-4A72-6A3E-7677-AC79F570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5E1FBA-0D99-8010-1244-63122842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mundo ideal, teríamos uma documentação técnica semelhante a esta: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11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495A-BBA2-E164-76A0-DE8153F34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98CB53-74AD-0F7B-7206-D1BC8A20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Boas práticas e Documentação CSS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ACF761-EE46-C32C-BAD9-5050473CF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interessante ferramenta de validação é o W3C </a:t>
            </a:r>
            <a:r>
              <a:rPr lang="pt-BR" sz="28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Validator</a:t>
            </a: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https://validator.w3.org/</a:t>
            </a:r>
            <a:endParaRPr lang="pt-BR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buNone/>
            </a:pP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395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F31D6-32CB-D71A-2C63-92B668C2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66062-9FA6-D2E3-E248-42CB80D6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Design System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9FF038-CE9A-70DF-CA05-3D6DAF860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É um conjunto estruturado de padrões visuais, componentes reutilizáveis e diretrizes técnicas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Eles garantem consistência entre todas as interfaces de um produto digital (site, app, dashboard etc.)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07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2DEB-5857-1D1D-6905-6A82B20F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84C0B-17D7-65F0-5E7C-BBA67CC9D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Design System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5053B3-FFAE-1765-E9EC-A0022CC20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Funciona como uma “biblioteca visual” </a:t>
            </a:r>
            <a:r>
              <a:rPr lang="pt-BR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organiza cores, tipografia, ícones, espaçamentos, botões e comportamentos em um único repositório documentado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245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F039-3085-B9C3-A7D2-F17BA451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0600D4-5F71-D15A-B0C3-0BB4DAEE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Design System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16A4BC-5619-1298-600C-F9AC4ECA2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Vejamos os exemplos: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https://www.figma.com/pt-br/customers/nubank-design-system-accessible-experiences-with-figma/</a:t>
            </a:r>
            <a:endParaRPr lang="pt-BR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buNone/>
            </a:pP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831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8B322-9BBB-A565-33CD-78022356C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257BD-5F3A-2375-07B8-64EF038F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Design System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8020DA-E5C1-3145-2167-690E5A08A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08201"/>
            <a:ext cx="10372825" cy="3760891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Vejamos os exemplos: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Porsche: </a:t>
            </a:r>
            <a:r>
              <a:rPr lang="pt-BR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https://designsystem.porsche.com/v3/</a:t>
            </a:r>
            <a:endParaRPr lang="pt-BR" sz="2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Uber: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https://baseweb.design/components/layout-grid/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Shopify: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https://polaris-react.shopify.com/components</a:t>
            </a:r>
            <a:endParaRPr lang="pt-BR" sz="2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buNone/>
            </a:pPr>
            <a:r>
              <a:rPr lang="pt-BR" sz="2800" b="1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IBM: </a:t>
            </a:r>
            <a:r>
              <a:rPr lang="pt-BR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https://carbondesignsystem.com/developing/frameworks/react/</a:t>
            </a:r>
            <a:endParaRPr lang="pt-BR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47735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D2F52BDCB944C891BB0D3DB5B4689" ma:contentTypeVersion="3" ma:contentTypeDescription="Crie um novo documento." ma:contentTypeScope="" ma:versionID="c19adc651d017d884ed8104d83575b5b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97d07428fd0cb5f1b9d52d7fe171bd57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386571-4BEB-4479-9D45-FDD0D154D76B}"/>
</file>

<file path=customXml/itemProps2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2049</TotalTime>
  <Words>412</Words>
  <Application>Microsoft Office PowerPoint</Application>
  <PresentationFormat>Widescreen</PresentationFormat>
  <Paragraphs>73</Paragraphs>
  <Slides>23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7" baseType="lpstr">
      <vt:lpstr>Bookman Old Style</vt:lpstr>
      <vt:lpstr>Calibri</vt:lpstr>
      <vt:lpstr>Franklin Gothic Book</vt:lpstr>
      <vt:lpstr>1_RetrospectVTI</vt:lpstr>
      <vt:lpstr>Desenvolvimento de software para internet</vt:lpstr>
      <vt:lpstr>Desenvolvimento de software para internet</vt:lpstr>
      <vt:lpstr>Boas práticas e Documentação HTML</vt:lpstr>
      <vt:lpstr>Apresentação do PowerPoint</vt:lpstr>
      <vt:lpstr>Boas práticas e Documentação HTML</vt:lpstr>
      <vt:lpstr>Boas práticas e Documentação HTML</vt:lpstr>
      <vt:lpstr>Boas práticas e Documentação HTML</vt:lpstr>
      <vt:lpstr>Apresentação do PowerPoint</vt:lpstr>
      <vt:lpstr>Boas práticas e Documentação CSS</vt:lpstr>
      <vt:lpstr>Apresentação do PowerPoint</vt:lpstr>
      <vt:lpstr>Boas práticas e Documentação CSS</vt:lpstr>
      <vt:lpstr>Boas práticas e Documentação CSS</vt:lpstr>
      <vt:lpstr>Apresentação do PowerPoint</vt:lpstr>
      <vt:lpstr>Apresentação do PowerPoint</vt:lpstr>
      <vt:lpstr>Apresentação do PowerPoint</vt:lpstr>
      <vt:lpstr>Boas práticas e Documentação CSS</vt:lpstr>
      <vt:lpstr>Boas práticas e Documentação CSS</vt:lpstr>
      <vt:lpstr>Boas práticas e Documentação CSS</vt:lpstr>
      <vt:lpstr>Boas práticas e Documentação CSS</vt:lpstr>
      <vt:lpstr>Design System</vt:lpstr>
      <vt:lpstr>Design System</vt:lpstr>
      <vt:lpstr>Design System</vt:lpstr>
      <vt:lpstr>Design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112</cp:revision>
  <dcterms:created xsi:type="dcterms:W3CDTF">2022-08-10T14:03:41Z</dcterms:created>
  <dcterms:modified xsi:type="dcterms:W3CDTF">2025-10-20T17:06:58Z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