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4660"/>
  </p:normalViewPr>
  <p:slideViewPr>
    <p:cSldViewPr snapToGrid="0">
      <p:cViewPr varScale="1">
        <p:scale>
          <a:sx n="45" d="100"/>
          <a:sy n="45" d="100"/>
        </p:scale>
        <p:origin x="6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19CCD-D233-13C2-90CB-2B7D525C9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B1C31F-04FC-E3CC-95BF-E2A700868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CCBDCD-0960-CB8A-EED6-F0BFBD17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D7A5-E271-4F00-A28B-E96DD36D0C8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F07A36-1E85-2185-3B42-012AA69B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EA815A-E75F-529D-3DCC-FA78594F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6B41-05D6-48BE-919D-B97EC1DE13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12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F4A89-2741-D42C-5841-AFD201D95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35888C-933A-1450-F778-B74B7BE9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53618C-3B7C-46BF-3D28-ABF7AA36B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D7A5-E271-4F00-A28B-E96DD36D0C8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B90844-4BDB-853F-71A3-B7ABB9A4C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72E632-85F9-5F35-4A97-53F2F9F5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6B41-05D6-48BE-919D-B97EC1DE13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92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4E45B-B2A6-BCD3-F9F7-EE4175AF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BC7973-8FE5-6028-8A9F-E601EC711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18A56F-207E-BC8D-DF10-E21F5DDB6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D7A5-E271-4F00-A28B-E96DD36D0C8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F31162-19B3-65C8-F800-494EE032B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CA2D0E-3096-6E70-028B-D26BBFB6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6B41-05D6-48BE-919D-B97EC1DE13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3887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3866F-A1E8-978E-51D7-7A92D525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7DC925-62A0-98A9-5148-6AE42E27A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64A6FD-30BD-04B1-E979-7EF7EEDB9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FB96FB-A1E6-A596-29AB-5E68D823B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D7A5-E271-4F00-A28B-E96DD36D0C8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AED3F9-7099-C104-4877-CFED08375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25CC8E-A4A5-B1E3-0D75-B58091BB7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6B41-05D6-48BE-919D-B97EC1DE13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6054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A009C-8654-562C-9E3D-6450FAFB0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14089C-AC53-BDC9-61D1-11436CB86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DE9375-FFB9-17F9-5189-5A319E7E1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2D2EE8-6B4B-97EB-B7D5-F0A08B868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A72856-77A8-B1E3-6145-879289323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8562824-6B36-CA24-340F-775D178C9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D7A5-E271-4F00-A28B-E96DD36D0C8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C55EB1A-84BD-D0F5-58C6-3DE6871B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A11B4D0-6A53-60DD-EC62-B81AD753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6B41-05D6-48BE-919D-B97EC1DE13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5905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E97F3-69C6-1C20-1743-C44907B57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C835133-2E0D-CD3E-D33E-48BF8756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D7A5-E271-4F00-A28B-E96DD36D0C8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2CD6356-CE9A-BF07-AA49-42633798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791629-ACB0-697B-1D8A-C6D91C27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6B41-05D6-48BE-919D-B97EC1DE13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82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4401BA8-23E5-81AC-4C0B-CA12690B0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D7A5-E271-4F00-A28B-E96DD36D0C8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C014B0-83B7-D68F-A8BE-3A9FA3F29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FF04B4-C6DB-290C-4087-D0B0B125C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6B41-05D6-48BE-919D-B97EC1DE13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157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6888C-E3CB-2EAE-5702-ADA9A8995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9D39F-5234-32DF-BC85-54AFE477A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2B9271-49A2-4A68-03A9-A3BAA0832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EDF67A-7E65-14F9-0357-A7CEEA57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D7A5-E271-4F00-A28B-E96DD36D0C8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547E88-BBD7-9800-DD49-B95C5C0EC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A0CB3E-6B1E-A404-5BEE-C0587D83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6B41-05D6-48BE-919D-B97EC1DE13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205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E7367-6D88-D0E5-0420-E2652C9A6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B5E2B5-CCBE-DD58-6E71-126810438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5EB6B70-6A7F-B46B-4373-14FD0003D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E298D4-BFA4-E98B-9745-92BC769F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D7A5-E271-4F00-A28B-E96DD36D0C8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A8878A-14F7-5869-3A36-4215D49B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79C2F3-6E95-8739-300C-7384013B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6B41-05D6-48BE-919D-B97EC1DE13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33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AE2FE-E05C-782C-F7E3-5DDAC0C3D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9B5D59-1204-883D-8A07-A7EBF93C3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709474-C5A8-F02A-D7FA-5EC1D1082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D7A5-E271-4F00-A28B-E96DD36D0C8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D1FA35-95C0-0ECD-9D02-E946E5CF2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BA6AF6-8763-2212-9E27-DAA74F38D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6B41-05D6-48BE-919D-B97EC1DE13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035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101A4E-480F-16B9-33A2-6573F2BD04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E88830-FE62-1EE6-B428-BC40ECB0A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075D60-BDE6-2641-07A0-5CEA939C3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D7A5-E271-4F00-A28B-E96DD36D0C8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812301-5F74-F660-BB6C-F0E92A043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EC263-C46B-4ADE-EC11-0068CFAB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6B41-05D6-48BE-919D-B97EC1DE13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4414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FFC58DB-27D0-7188-F3AB-51E667543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41F285-76D2-3107-AFB8-3C8D9518A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8A9DAA-72A1-1631-1563-305A63AE6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0D7A5-E271-4F00-A28B-E96DD36D0C85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88412B-BF2E-FB2A-91AB-6296466364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01F68C-A7D9-6E6F-6BDF-1688FB99C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66B41-05D6-48BE-919D-B97EC1DE13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02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45F34-0A19-DBBB-B61B-B56EA36C6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4000" b="1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pt-BR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Slide 1 – Título</a:t>
            </a:r>
            <a:br>
              <a:rPr lang="pt-BR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Gestão do Desenvolvimento de Software</a:t>
            </a:r>
            <a:b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📚</a:t>
            </a: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Entendendo o Negócio, SOA, Customização e Métodos Ágeis</a:t>
            </a:r>
            <a:br>
              <a:rPr lang="pt-BR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94031C-A544-9100-BED5-C03B53D82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68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881AD-7320-CD55-5575-4EEC4CD8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📌</a:t>
            </a:r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Slide 2 – Objetivos da Aula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50734-5593-AFE9-91BC-AAA06D433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Compreender a importância da gestão no desenvolvimento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Entender o papel do negócio no software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Conhecer Arquitetura Orientada a Serviços (SOA)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Explorar customização de software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Apresentar práticas ágeis e ferramentas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837308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DC91A-EFB9-3D9A-2AC2-9EA777457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3 – Gestão do Desenvolvimento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C60C90-C8BD-37AE-6C18-137D49112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600" b="1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💼</a:t>
            </a: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Planejamento e organização do projeto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Definição de prazos, custos e escopo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Gestão de equipes e comunicação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Monitoramento e controle de qualidade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6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📊</a:t>
            </a: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6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Objetivo:</a:t>
            </a: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Entregar software com qualidade e dentro do prazo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03667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A3D8E1-8A3A-FF68-0441-D568F2522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🧠</a:t>
            </a:r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Slide 4 – Entendendo o Negócio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6D0BE4-8E4D-D777-AC92-67E22872F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435133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Levantamento de requisitos </a:t>
            </a:r>
            <a:endParaRPr lang="pt-B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Alinhamento com objetivos da empresa </a:t>
            </a:r>
            <a:endParaRPr lang="pt-B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Conhecimento do mercado e usuários </a:t>
            </a:r>
            <a:endParaRPr lang="pt-B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Tradução de necessidades em soluções tecnológicas </a:t>
            </a:r>
            <a:endParaRPr lang="pt-B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4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💡</a:t>
            </a: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Frase-chave:</a:t>
            </a: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“Software bom resolve problemas reais”</a:t>
            </a:r>
            <a:endParaRPr lang="pt-B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97341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6C038-D06E-B9F0-F650-C71F07E2A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Slide 5 – Arquitetura Orientada a Serviços (SOA)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E509A7-88C6-DAC6-4C60-92C3C8910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Estrutura baseada em serviços independentes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Comunicação entre sistemas via APIs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Reutilização de componentes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Flexibilidade e escalabilidade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6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📌</a:t>
            </a: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6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Exemplo:</a:t>
            </a: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Sistemas bancários integrados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565739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EC7AA-667E-124F-CA98-07B56CD86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🔧</a:t>
            </a:r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Slide 6 – Benefícios do SOA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B070A2-515B-0B38-58CD-163AF184B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Integração facilitada 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de custos a longo prazo 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Maior agilidade nas mudanças 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Melhor manutenção 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409124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3C039-B302-E80B-895B-FD869264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⚙️</a:t>
            </a:r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Slide 7 – Customização de Software</a:t>
            </a:r>
            <a:br>
              <a:rPr lang="pt-BR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0B9ACB-4203-C77C-61F7-DD64E7345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Adaptação do software às necessidades do cliente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Pode ser: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Parametrização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Desenvolvimento sob medida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Equilíbrio entre padrão e personalização 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6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⚠️</a:t>
            </a: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6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Risco:</a:t>
            </a: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excesso de customização aumenta custo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64530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225C0-781E-55DD-4AE5-5C22FB19A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🧩</a:t>
            </a:r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Slide 8 – Métodos Ágeis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532A41-C5E1-CE30-72A5-5A6975310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Desenvolvimento iterativo e incremental </a:t>
            </a:r>
            <a:endParaRPr lang="pt-B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Foco na entrega contínua </a:t>
            </a:r>
            <a:endParaRPr lang="pt-B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Adaptação a mudanças </a:t>
            </a:r>
            <a:endParaRPr lang="pt-B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Colaboração com o cliente </a:t>
            </a:r>
            <a:endParaRPr lang="pt-B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4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📌</a:t>
            </a: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Exemplos:</a:t>
            </a: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Scrum, </a:t>
            </a:r>
            <a:r>
              <a:rPr lang="pt-BR" sz="4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Kanban</a:t>
            </a:r>
            <a:endParaRPr lang="pt-B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352964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D071B-86A8-B22C-713A-B4D988D2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🔄</a:t>
            </a:r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Slide 9 – Práticas Ágeis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E2E414-ABEE-FB1C-5A8E-A7D49937C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Sprints (ciclos curtos) </a:t>
            </a:r>
            <a:endParaRPr lang="pt-BR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Reuniões diárias (Daily) </a:t>
            </a:r>
            <a:endParaRPr lang="pt-BR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Revisão e retrospectiva </a:t>
            </a:r>
            <a:endParaRPr lang="pt-BR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Backlog de tarefas </a:t>
            </a:r>
            <a:endParaRPr lang="pt-BR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034258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C40C1-C373-7CC8-7FF0-CEB03333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🛠️</a:t>
            </a:r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Slide 10 – Ferramentas Ágeis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EA3DC2-A62E-2A66-C677-83E89BF5D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Gestão de tarefas: </a:t>
            </a:r>
            <a:r>
              <a:rPr lang="pt-BR" sz="4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Trello</a:t>
            </a: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4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Versionamento: </a:t>
            </a:r>
            <a:r>
              <a:rPr lang="pt-BR" sz="4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GitHub 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Comunicação: Slack, Teams 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Integração contínua (CI/CD) 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613074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78893-AE63-16F0-5052-4295F794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🚀</a:t>
            </a:r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Slide 11 – Integração dos Conceitos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BABF36-E08B-D864-1E74-314F37740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Negócio orienta o desenvolvimento </a:t>
            </a:r>
            <a:endParaRPr lang="pt-BR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 melhora estrutura e integração </a:t>
            </a:r>
            <a:endParaRPr lang="pt-BR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Customização adapta soluções </a:t>
            </a:r>
            <a:endParaRPr lang="pt-BR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4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Métodos ágeis aumentam eficiência 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261450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7980D5-79CE-B235-8DD8-B905F609C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📚</a:t>
            </a:r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Slide 12 – Conclusão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DC4E1-0A5D-D156-DCD4-87C456967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Gestão eficiente é essencial 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Entender o negócio é fundamental 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Arquitetura e métodos impactam o sucesso 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Uso de ferramentas potencializa resultados 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562151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F49B2-77AA-99C6-1D3B-CEA65495D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❓</a:t>
            </a:r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Slide 13 – Perguntas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CCF772-ADD6-F2EC-ED46-2DDB3E91B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6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“Dúvidas ou discussões?”</a:t>
            </a:r>
            <a:endParaRPr lang="pt-BR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3644101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0594C4721B98C4E904B83122545EE6E" ma:contentTypeVersion="3" ma:contentTypeDescription="Crie um novo documento." ma:contentTypeScope="" ma:versionID="51bade6d526e840c1663d5e830f9f564">
  <xsd:schema xmlns:xsd="http://www.w3.org/2001/XMLSchema" xmlns:xs="http://www.w3.org/2001/XMLSchema" xmlns:p="http://schemas.microsoft.com/office/2006/metadata/properties" xmlns:ns2="02248a23-298b-4ba7-b3fa-343954aa2819" targetNamespace="http://schemas.microsoft.com/office/2006/metadata/properties" ma:root="true" ma:fieldsID="a34672659533f297124e25b3ad624239" ns2:_="">
    <xsd:import namespace="02248a23-298b-4ba7-b3fa-343954aa28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248a23-298b-4ba7-b3fa-343954aa2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3219D9-8F03-4DF7-9A0B-D2CE4C4BD224}"/>
</file>

<file path=customXml/itemProps2.xml><?xml version="1.0" encoding="utf-8"?>
<ds:datastoreItem xmlns:ds="http://schemas.openxmlformats.org/officeDocument/2006/customXml" ds:itemID="{D21A9A04-56FD-4627-9EA3-67BF2F1B5974}"/>
</file>

<file path=customXml/itemProps3.xml><?xml version="1.0" encoding="utf-8"?>
<ds:datastoreItem xmlns:ds="http://schemas.openxmlformats.org/officeDocument/2006/customXml" ds:itemID="{54F35F4E-3EAF-483E-856D-8261A3DEAA6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Segoe UI Emoji</vt:lpstr>
      <vt:lpstr>Segoe UI Symbol</vt:lpstr>
      <vt:lpstr>Symbol</vt:lpstr>
      <vt:lpstr>Times New Roman</vt:lpstr>
      <vt:lpstr>Tema do Office</vt:lpstr>
      <vt:lpstr>🎯 Slide 1 – Título Gestão do Desenvolvimento de Software 📚 Entendendo o Negócio, SOA, Customização e Métodos Ágeis </vt:lpstr>
      <vt:lpstr>📌 Slide 2 – Objetivos da Aula </vt:lpstr>
      <vt:lpstr>Slide 3 – Gestão do Desenvolvimento </vt:lpstr>
      <vt:lpstr>🧠 Slide 4 – Entendendo o Negócio </vt:lpstr>
      <vt:lpstr> Slide 5 – Arquitetura Orientada a Serviços (SOA) </vt:lpstr>
      <vt:lpstr>🔧 Slide 6 – Benefícios do SOA </vt:lpstr>
      <vt:lpstr>⚙️ Slide 7 – Customização de Software </vt:lpstr>
      <vt:lpstr>🧩 Slide 8 – Métodos Ágeis </vt:lpstr>
      <vt:lpstr>🔄 Slide 9 – Práticas Ágeis </vt:lpstr>
      <vt:lpstr>🛠️ Slide 10 – Ferramentas Ágeis </vt:lpstr>
      <vt:lpstr>🚀 Slide 11 – Integração dos Conceitos </vt:lpstr>
      <vt:lpstr>📚 Slide 12 – Conclusão </vt:lpstr>
      <vt:lpstr>❓ Slide 13 – Perguntas 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Egydio</dc:creator>
  <cp:lastModifiedBy>Antonio Egydio</cp:lastModifiedBy>
  <cp:revision>1</cp:revision>
  <dcterms:created xsi:type="dcterms:W3CDTF">2026-03-25T17:24:43Z</dcterms:created>
  <dcterms:modified xsi:type="dcterms:W3CDTF">2026-03-25T17:25:29Z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0x01010090594C4721B98C4E904B83122545EE6E</vt:lpwstr>
  </property>
</Properties>
</file>