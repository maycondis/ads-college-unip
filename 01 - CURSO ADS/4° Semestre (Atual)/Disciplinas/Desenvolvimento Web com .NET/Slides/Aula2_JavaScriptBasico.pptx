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324" r:id="rId2"/>
    <p:sldId id="323" r:id="rId3"/>
    <p:sldId id="322" r:id="rId4"/>
    <p:sldId id="321" r:id="rId5"/>
    <p:sldId id="320" r:id="rId6"/>
    <p:sldId id="319" r:id="rId7"/>
    <p:sldId id="318" r:id="rId8"/>
    <p:sldId id="317" r:id="rId9"/>
    <p:sldId id="316" r:id="rId10"/>
    <p:sldId id="315" r:id="rId11"/>
    <p:sldId id="314" r:id="rId12"/>
    <p:sldId id="313" r:id="rId13"/>
    <p:sldId id="312" r:id="rId14"/>
    <p:sldId id="311" r:id="rId15"/>
    <p:sldId id="310" r:id="rId16"/>
    <p:sldId id="309" r:id="rId17"/>
    <p:sldId id="308" r:id="rId18"/>
    <p:sldId id="307" r:id="rId19"/>
    <p:sldId id="306" r:id="rId20"/>
    <p:sldId id="305" r:id="rId21"/>
    <p:sldId id="304" r:id="rId22"/>
    <p:sldId id="303" r:id="rId23"/>
    <p:sldId id="302" r:id="rId24"/>
    <p:sldId id="301" r:id="rId25"/>
    <p:sldId id="300" r:id="rId26"/>
    <p:sldId id="299" r:id="rId27"/>
    <p:sldId id="298" r:id="rId28"/>
    <p:sldId id="297" r:id="rId29"/>
    <p:sldId id="296" r:id="rId30"/>
    <p:sldId id="295" r:id="rId31"/>
    <p:sldId id="294" r:id="rId32"/>
    <p:sldId id="293" r:id="rId33"/>
    <p:sldId id="292" r:id="rId34"/>
    <p:sldId id="291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290" r:id="rId58"/>
    <p:sldId id="347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2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 entrada, strings,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</a:t>
            </a:r>
            <a:r>
              <a:rPr lang="en-US" dirty="0"/>
              <a:t>,</a:t>
            </a: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Math, arrays e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2 — continuando a comparação com Python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aula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dados com prompt() 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</a:t>
            </a:r>
            <a:endParaRPr lang="en-US" sz="2600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</a:t>
            </a:r>
            <a:endParaRPr lang="en-US" sz="2600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string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Number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Math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zero: JS x Python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cs typeface="Segoe UI" pitchFamily="34" charset="-120"/>
              </a:rPr>
              <a:t>Arrays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cs typeface="Segoe UI" pitchFamily="34" charset="-120"/>
              </a:rPr>
              <a:t>Funções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014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dados no navegador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abre uma caixinha no navegador, espera o usuário digitar e devolve o que foi digitado — é o equivalente ao input() do Python.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453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x input()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nome:");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nome: 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ideia: pedir um valor ao usuário e guardar numa variável.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08600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sempre devolve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 que o usuário digite um número, o valor chega como texto.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("Sua idade:"); // usuário digita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idade); // "string"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(idade + 1);     // "201"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+ juntou os textos em vez de somar: por isso a conversão é obrigatória.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10178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Convertendo com Number()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Number() transforma o texto digitado em um valor numérico.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("Sua idade:")); //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idade); // "number"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(idade + 1);     // 21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 valor convertido, o + volta a ser soma.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0935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Conversão de tipo: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("n:"));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("3.5");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int(input("n: "))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float("3.5")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3.5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 existe um só Number() para inteiros e decimais; Python separa int() e float().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8138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somar dois números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("1º número:"));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("2º número:"));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(`A soma é ${a + b}`);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tela: A soma é 12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alert() mostra a mensagem na tela; o template literal insere o resultado com ${ }.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8132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Trocar valores entre variáveis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Trocar o conteúdo de duas variáveis é um exercício clássico. Em JavaScript há o jeito tradicional e o jeito moderno.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91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com variável temporária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jeito tradicional guarda um dos valores antes de sobrescrevê-lo.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a;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b; b = temp;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b); // 2 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 variável temporária, o primeiro valor seria perdido.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3157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com desestruturação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2, c = 3;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b, c] = [b, c, a];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c); // 2 3 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desestruturação de array troca vários valores de uma vez, sem variável temporária.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3278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de valores: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b] = [b, a];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1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1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desestruturação do JS é o recurso mais próximo da troca direta do Python.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60801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em JavaScript trazem métodos prontos para recortar, procurar, dividir e mudar o caixa do texto.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71736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slice(): recortar um pedaço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slice(início, fim) devolve um trecho; o fim não entra no resultado.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 = "Análise de Sistemas";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(curso.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7)); // "Análise"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(curso.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(11));   // "Sistemas"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texto original continua intacto: slice() devolve uma nova string.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67818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 x fatiamento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"JavaScript";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5));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"vaS"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"JavaScript"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(s[2:5])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"vaS"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lógica de início e fim; muda só a forma de escrever.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21917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indexOf() e lastIndexOf()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Localizam a posição de um trecho; devolvem -1 quando não encontram.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"ana.silva@ads.br";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("a"));     // 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("a")); // 13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("z"));     // -1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indexOf() procura do começo; lastIndexOf() procura do fim para o começo.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01711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split(): dividir em partes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 quebra o texto num separador e devolve um array.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 Maria Silva";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partes = 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 ");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(partes); // ["Ana","Maria","Silva"]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equivalente ao split() do Python, que também devolve uma coleção.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28521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toUpperCase() e toLowerCase()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Mudam a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caixa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devolvem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nova string.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 Silva";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"ANA SILVA"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"ana silva"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de nome continua "Ana Silva": o original nunca é alterado.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8340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Escrevendo na página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document.body.innerHTML escreve HTML direto no corpo da página — em vez de aparecer no console, o texto aparece na tela do navegador.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67925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trabalhando com o nome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:"); // Ana Silva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`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Maiúsculas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${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 &lt;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Primeiro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${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3)}`;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template literal monta o HTML e &lt;br&gt; quebra a linha na tela.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42774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aparece na tela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 o mesmo exemplo, com nome = "Ana Silva":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Maiúsculas: ANA SILVA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 nome: Ana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Sempre confira a saída: é ela que mostra se o método fez o que você esperava.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24036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toString(): número como texto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 devolve uma representação em texto do número.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   // "8.5"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"string"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de nota continua sendo o number 8.5.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38195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toFixed(): casas decimais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toFixed(n) devolve o número arredondado, como texto.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preco = 19.987;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(preco.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toFixed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(2)); // "19.99"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(preco);            // 19.987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 toString() nem toFixed() alteram o valor original: ambos só devolvem uma nova representação.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243829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Number.isInteger()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se o valor é um número inteiro e devolve true ou false.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(10));   // true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(8.5));  // false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("10")); // false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nunca é inteiro: "10" devolve false mesmo parecendo um número.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154947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Coerção de tipo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converte sozinho a string numérica em número numa multiplicação.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* "5");  // 50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"2");  // 5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+ "5");  // "105"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Funciona, mas não é boa prática: converta sempre com Number() antes de calcular.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79575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Coerção: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* "5");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* "5")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unsupported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operand type(s)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avisa o erro na hora; JS segue em frente e pode esconder o problema.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319342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Math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reúne funções e constantes matemáticas já prontas na linguagem — não é preciso importar nada, como se faria com o módulo math do Python.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16386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floor(), ceil() e round()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formas diferentes de tirar as casas decimais.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(7.8)); // 7  (sempre para baixo)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(7.2));  // 8  (sempre para cima)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(7.5)); // 8  (mais próximo)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(7.4)); // 7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round() decide pelo mais próximo; floor() e ceil() ignoram o valor decimal.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42212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Math.max() e Math.min()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Recebem quantos argumentos você quiser e devolvem o maior ou o menor.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9.5, 4)); // 9.5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9.5, 4)); // 4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Úteis para achar a maior e a menor nota de uma turma.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587871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Math.random() e Math.PI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random() devolve um decimal entre 0 e 1 (o 1 nunca entra).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// 0.4172...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// 3.14159...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sortear de 1 a 6: Math.floor(Math.random() * 6) + 1.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184138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Potência e raiz quadrada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Math.pow() e o operador ** fazem a mesma coisa.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10)); // 1024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** 10);          // 1024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(81));   // 9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operador ** é o mesmo do Python e costuma deixar o código mais legível.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761131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do JS x módulo math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(7.8));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(81));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 e 9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(math.floor(7.8))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(math.sqrt(81))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e 9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é preciso importar o módulo math; em JS o objeto Math já está disponível.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799265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 em JavaScript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Dividir por zero não interrompe o programa: o resultado é Infinity.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0);  // Infinity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(-10 / 0); // -Infinity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/ 0);   // NaN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código continua rodando com um valor estranho — e o erro só aparece bem depois.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25762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0);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Infinity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programa continua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/ 0)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ZeroDivisionError: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division by zero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programa para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pegadinha: em JS o erro é silencioso. Valide o divisor antes de dividir.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37944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Arrays: acesso por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array guarda vários valores em ordem — cada um tem um índice que começa em 0, exatamente como nas listas do Python.</a:t>
            </a:r>
            <a:endParaRPr lang="en-US" sz="3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Acessando pelo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índice começa em 0; .length devolve o tamanho atual.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(professores[0]);      // Ana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(professores[2]);      // Carla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professores[0] é o primeiro elemento; o último está sempre em .length - 1.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Reatribuindo um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Basta atribuir um novo valor à posição que já existe.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professores[1] = "Beatriz";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"Beatriz",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tamanho não muda: apenas o conteúdo daquela posição foi substituído.</a:t>
            </a:r>
            <a:endParaRPr lang="en-US"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Atribuindo além do tamanho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Escrever em um índice que ainda não existe expande o array.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"Beatriz",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professores[5] = "Diego";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6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(professores[4]);     // undefined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posições 3 e 4 ficam vazias e devolvem undefined — sem nenhum erro.</a:t>
            </a:r>
            <a:endParaRPr lang="en-US" sz="1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fora do alcance: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 = ["Ana", "Bruno"];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nomes[5] = "Diego";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(nomes.length);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 — o array cresce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["Ana", "Bruno"]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nomes[5] = "Diego"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IndexError: list assignment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 out of range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avisa na hora; JS aceita em silêncio e deixa buracos no array.</a:t>
            </a:r>
            <a:endParaRPr lang="en-US" sz="1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Adicionando e removendo elementos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push(), unshift() e pop() alteram o array original — são as operações do dia a dia com listas.</a:t>
            </a:r>
            <a:endParaRPr lang="en-US" sz="3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push(): adiciona ao final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novo elemento entra na última posição.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"Bruno",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 altera o array original e devolve o novo tamanho.</a:t>
            </a:r>
            <a:endParaRPr lang="en-US" sz="19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unshift(): adiciona ao início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novo elemento entra na posição 0.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unshift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("Zeca");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// ["Zeca", "Ana", "Bruno"]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(professores[0]); // Zeca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os outros elementos são deslocados uma posição para a direita.</a:t>
            </a:r>
            <a:endParaRPr lang="en-US" sz="1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pop(): remove e devolve o último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removido pode ser guardado em uma variável.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removido = 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(removido);    // Carla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// ["Ana", "Bruno"]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pop() devolve o elemento retirado — por isso ele pode ser reaproveitado.</a:t>
            </a:r>
            <a:endParaRPr lang="en-US" sz="1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push, unshift e pop: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unshift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("Zeca");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"Zeca")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 nas duas linguagens; muda apenas o nome dos métodos.</a:t>
            </a:r>
            <a:endParaRPr lang="en-US" sz="19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não remove de verdade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apaga o valor, mas mantém a posição no array.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professores[1];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empty,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sai, mas o buraco continua lá: o .length não muda.</a:t>
            </a:r>
            <a:endParaRPr lang="en-US" sz="1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delete: prática não recomendada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deixa um buraco no array e mantém o .length. Para remover de verdade um elemento do meio, o método correto é splice().</a:t>
            </a:r>
            <a:endParaRPr lang="en-US" sz="3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slice(): copiar um pedaço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 parte do array sem alterar o original.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"Carla", "Diego"];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parte = 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3);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(parte);       // ["Bruno",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// original intacto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 ao slice() de strings: o índice final não entra no resultado.</a:t>
            </a:r>
            <a:endParaRPr lang="en-US" sz="1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em um array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não têm um tipo próprio no retorno de typeof.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professores);          // object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"Ana");                // string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isArray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(professores));  // true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ter certeza de que é um array, use Array.isArray().</a:t>
            </a:r>
            <a:endParaRPr lang="en-US" sz="1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x type()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 = ["Ana", "Bruno"];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["Ana", "Bruno"]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(nomes))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'list'&gt;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diz explicitamente que é uma lista; JS devolve apenas object.</a:t>
            </a:r>
            <a:endParaRPr lang="en-US" sz="19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agrupa um trecho de código com nome: recebe parâmetros, trabalha com variáveis próprias e devolve um valor com return.</a:t>
            </a:r>
            <a:endParaRPr lang="en-US" sz="3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Declaração, parâmetros e return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corpo da função fica entre chaves.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a + b;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3)); // 5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só existe dentro da função: é uma variável com escopo de função.</a:t>
            </a:r>
            <a:endParaRPr lang="en-US" sz="1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x def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ideia: JS delimita o corpo com chaves; Python, com indentação.</a:t>
            </a:r>
            <a:endParaRPr lang="en-US" sz="19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Argumentos a mais, a menos ou trocados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 não reclama do número nem do tipo dos argumentos.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(somar());          // NaN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(somar(2));         // NaN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(somar("2", "3"));  // 23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 ausente vira undefined; com strings, o + concatena em vez de somar.</a:t>
            </a:r>
            <a:endParaRPr lang="en-US" sz="19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Argumentos faltando: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programa continua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missing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required arguments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 segue em frente com um valor estranho; Python interrompe na hora.</a:t>
            </a:r>
            <a:endParaRPr lang="en-US" sz="19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formas de escrever a mesma função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Declaração, expressão de função e arrow function.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raiz(n)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raiz2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raiz3 = (n) =&gt;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(raiz(81), raiz2(81), raiz3(81)); // 9 9 9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devolvem o mesmo resultado; a arrow function é a mais moderna e concisa.</a:t>
            </a:r>
            <a:endParaRPr lang="en-US" sz="19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function x lambda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 = (n) =&gt;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raiz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n: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9.0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 é mais limitada: aceita só uma expressão e não usa return explícito.</a:t>
            </a:r>
            <a:endParaRPr lang="en-US" sz="19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sempre devolve string: converta com Number()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troca valores sem variável temporária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slice(), indexOf(), split() e toUpperCase() não alteram 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 e toFixed() só devolvem uma nova representação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já vem pronto, sem import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 devolve Infinity em vez de erro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050315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aula: arrays e funções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Índices começam em 0; atribuir além do tamanho expande o array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push(), unshift() e pop() alteram o array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deixa buracos: para remover de verdade, use splice()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 copia um pedaço sem alterar 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em um array devolve "object"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 faltando vira undefined e a soma resulta em NaN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function é a forma mais concisa de escrever funções curtas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AF940A41E02B42AE989720C36A0380" ma:contentTypeVersion="0" ma:contentTypeDescription="Crie um novo documento." ma:contentTypeScope="" ma:versionID="2ca66df9725b81028f0c9fff17035b4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1C757C-ADDE-41D6-A047-E15F0ACB52CF}"/>
</file>

<file path=customXml/itemProps2.xml><?xml version="1.0" encoding="utf-8"?>
<ds:datastoreItem xmlns:ds="http://schemas.openxmlformats.org/officeDocument/2006/customXml" ds:itemID="{034C5394-0851-471E-958C-212A8EB0CE21}"/>
</file>

<file path=customXml/itemProps3.xml><?xml version="1.0" encoding="utf-8"?>
<ds:datastoreItem xmlns:ds="http://schemas.openxmlformats.org/officeDocument/2006/customXml" ds:itemID="{BCAC7DD0-6BE4-4A18-894B-778F5D6D8821}"/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3498</Words>
  <Application>Microsoft Office PowerPoint</Application>
  <PresentationFormat>Widescreen</PresentationFormat>
  <Paragraphs>455</Paragraphs>
  <Slides>58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Consolas</vt:lpstr>
      <vt:lpstr>Segoe UI</vt:lpstr>
      <vt:lpstr>Office Theme</vt:lpstr>
      <vt:lpstr>JavaScript: entrada, strings, números, Math, arrays e funções</vt:lpstr>
      <vt:lpstr>Roteiro da aula</vt:lpstr>
      <vt:lpstr>Entrada de dados no navegador</vt:lpstr>
      <vt:lpstr>prompt() x input()</vt:lpstr>
      <vt:lpstr>prompt() sempre devolve string</vt:lpstr>
      <vt:lpstr>Convertendo com Number()</vt:lpstr>
      <vt:lpstr>Conversão de tipo: JS x Python</vt:lpstr>
      <vt:lpstr>Exemplo: somar dois números</vt:lpstr>
      <vt:lpstr>Trocar valores entre variáveis</vt:lpstr>
      <vt:lpstr>Troca com variável temporária</vt:lpstr>
      <vt:lpstr>Troca com desestruturação</vt:lpstr>
      <vt:lpstr>Troca de valores: JS x Python</vt:lpstr>
      <vt:lpstr>Métodos de string</vt:lpstr>
      <vt:lpstr>slice(): recortar um pedaço</vt:lpstr>
      <vt:lpstr>slice() x fatiamento</vt:lpstr>
      <vt:lpstr>indexOf() e lastIndexOf()</vt:lpstr>
      <vt:lpstr>split(): dividir em partes</vt:lpstr>
      <vt:lpstr>toUpperCase() e toLowerCase()</vt:lpstr>
      <vt:lpstr>Escrevendo na página</vt:lpstr>
      <vt:lpstr>Exemplo: trabalhando com o nome</vt:lpstr>
      <vt:lpstr>O que aparece na tela</vt:lpstr>
      <vt:lpstr>toString(): número como texto</vt:lpstr>
      <vt:lpstr>toFixed(): casas decimais</vt:lpstr>
      <vt:lpstr>Number.isInteger()</vt:lpstr>
      <vt:lpstr>Coerção de tipo</vt:lpstr>
      <vt:lpstr>Coerção: JS x Python</vt:lpstr>
      <vt:lpstr>O objeto Math</vt:lpstr>
      <vt:lpstr>floor(), ceil() e round()</vt:lpstr>
      <vt:lpstr>Math.max() e Math.min()</vt:lpstr>
      <vt:lpstr>Math.random() e Math.PI</vt:lpstr>
      <vt:lpstr>Potência e raiz quadrada</vt:lpstr>
      <vt:lpstr>Math do JS x módulo math</vt:lpstr>
      <vt:lpstr>Divisão por zero em JavaScript</vt:lpstr>
      <vt:lpstr>Divisão por zero: JS x Python</vt:lpstr>
      <vt:lpstr>Arrays: acesso por índice</vt:lpstr>
      <vt:lpstr>Acessando pelo índice</vt:lpstr>
      <vt:lpstr>Reatribuindo um índice</vt:lpstr>
      <vt:lpstr>Atribuindo além do tamanho</vt:lpstr>
      <vt:lpstr>Índice fora do alcance: JS x Python</vt:lpstr>
      <vt:lpstr>Adicionando e removendo elementos</vt:lpstr>
      <vt:lpstr>push(): adiciona ao final</vt:lpstr>
      <vt:lpstr>unshift(): adiciona ao início</vt:lpstr>
      <vt:lpstr>pop(): remove e devolve o último</vt:lpstr>
      <vt:lpstr>push, unshift e pop: JS x Python</vt:lpstr>
      <vt:lpstr>delete não remove de verdade</vt:lpstr>
      <vt:lpstr>delete: prática não recomendada</vt:lpstr>
      <vt:lpstr>slice(): copiar um pedaço</vt:lpstr>
      <vt:lpstr>typeof em um array</vt:lpstr>
      <vt:lpstr>typeof x type()</vt:lpstr>
      <vt:lpstr>Funções</vt:lpstr>
      <vt:lpstr>Declaração, parâmetros e return</vt:lpstr>
      <vt:lpstr>function x def</vt:lpstr>
      <vt:lpstr>Argumentos a mais, a menos ou trocados</vt:lpstr>
      <vt:lpstr>Argumentos faltando: JS x Python</vt:lpstr>
      <vt:lpstr>Três formas de escrever a mesma função</vt:lpstr>
      <vt:lpstr>Arrow function x lambda</vt:lpstr>
      <vt:lpstr>Para levar da aula</vt:lpstr>
      <vt:lpstr>Para levar da aula: arrays e funções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10</cp:revision>
  <dcterms:created xsi:type="dcterms:W3CDTF">2026-08-06T13:47:07Z</dcterms:created>
  <dcterms:modified xsi:type="dcterms:W3CDTF">2026-08-14T20:52:57Z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