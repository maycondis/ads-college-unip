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22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324" r:id="rId2"/>
    <p:sldId id="323" r:id="rId3"/>
    <p:sldId id="322" r:id="rId4"/>
    <p:sldId id="320" r:id="rId5"/>
    <p:sldId id="319" r:id="rId6"/>
    <p:sldId id="321" r:id="rId7"/>
    <p:sldId id="316" r:id="rId8"/>
    <p:sldId id="311" r:id="rId9"/>
    <p:sldId id="309" r:id="rId10"/>
    <p:sldId id="318" r:id="rId11"/>
    <p:sldId id="312" r:id="rId12"/>
    <p:sldId id="306" r:id="rId13"/>
    <p:sldId id="308" r:id="rId14"/>
    <p:sldId id="307" r:id="rId15"/>
    <p:sldId id="303" r:id="rId16"/>
    <p:sldId id="313" r:id="rId17"/>
    <p:sldId id="298" r:id="rId18"/>
    <p:sldId id="302" r:id="rId19"/>
    <p:sldId id="310" r:id="rId20"/>
    <p:sldId id="300" r:id="rId21"/>
    <p:sldId id="317" r:id="rId22"/>
    <p:sldId id="290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BDE12-A2A8-54E8-1AFA-08C6B58DA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E2584-5992-F431-EB89-CD7C6FA3C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AB07A-6197-A8EB-6357-5A63861A3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D376F-17A1-EFDF-D90E-9ADEEF3BB7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42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09EC7-262A-8577-F604-64D3B1F60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972FA-096B-229B-E834-62AB21089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2C7A3-B127-EA11-9D03-5FF448224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30B6B-19AC-620B-E486-A2130692D7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923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77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47B77-D9A8-1A87-5935-5293A64B5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ha de acento">
            <a:extLst>
              <a:ext uri="{FF2B5EF4-FFF2-40B4-BE49-F238E27FC236}">
                <a16:creationId xmlns:a16="http://schemas.microsoft.com/office/drawing/2014/main" id="{D6461012-14F3-13EE-FC1E-9979B3ABB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737360"/>
            <a:ext cx="2011680" cy="914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AAEBE85-3D6B-972D-8888-9F669643E1AC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JavaScript: objetos, referências e operadores</a:t>
            </a:r>
            <a:endParaRPr lang="en-US" sz="4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4BA0C6-5F65-13F9-2711-7DA0052A91BE}"/>
              </a:ext>
            </a:extLst>
          </p:cNvPr>
          <p:cNvSpPr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Desenvolvimento Web/Mobile • Análise e Desenvolvimento de Sistemas</a:t>
            </a:r>
            <a:endParaRPr lang="en-US" sz="2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747A8A-F3AB-CB20-F87E-F58E0A8F41BF}"/>
              </a:ext>
            </a:extLst>
          </p:cNvPr>
          <p:cNvSpPr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Aula 3 — continuando a comparação com Python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356909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EBC5F-F7F9-A97C-2B10-B605F057C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B962396-E0F9-22FB-3384-00EEE6F5DF20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Roteiro da aula</a:t>
            </a:r>
            <a:endParaRPr lang="en-US" sz="3400"/>
          </a:p>
        </p:txBody>
      </p:sp>
      <p:sp>
        <p:nvSpPr>
          <p:cNvPr id="3" name="Linha de acento">
            <a:extLst>
              <a:ext uri="{FF2B5EF4-FFF2-40B4-BE49-F238E27FC236}">
                <a16:creationId xmlns:a16="http://schemas.microsoft.com/office/drawing/2014/main" id="{E7EDC6A9-EAEE-F337-8B96-8959860C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73F957-5AA7-A86B-CE5F-76E08470E382}"/>
              </a:ext>
            </a:extLst>
          </p:cNvPr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Criando objetos com funções (factory functions)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Métodos dentro de objetos e a palavra-chave this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Tipos primitivos x tipos por referência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Demonstrações: referência em arrays e objetos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Operadores de igualdade: == e ===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Operadores lógicos: &amp;&amp;, || e !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 integrador: login simples</a:t>
            </a:r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3401433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Criando objetos com funções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função que recebe parâmetros e devolve um objeto pronto é chamada de factory function — uma fábrica de objetos.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545339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createUser(): sintaxe completa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função monta o objeto propriedade por propriedade.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createUser(nome, sobrenome, idade)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nome: nome, sobrenome: sobrenome, idade: idade };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 = createUser("Ana", "Silva", 20);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(u.nome);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"Ana"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chave do objeto recebe o valor do parâmetro correspondente.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101788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 abreviada de propriedade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Quando a propriedade tem o mesmo nome do parâmetro, escreva-o uma vez só.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createUser(nome, sobrenome, idade)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nome, sobrenome, idade };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(createUser("Ana", "Silva", 20));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{ nome: "Ana", sobrenome: "Silva", idade: 20 }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resultado é idêntico — só com menos repetição.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1409353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Factory: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criaUser(nome, idade) {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nome, idade };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criaUser("Ana", 20);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{ nome: "Ana", idade: 20 }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cria_user(nome, idade):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{"nome": nome,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"idade": idade}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cria_user("Ana", 20)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{"nome": "Ana", "idade": 20}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Python o equivalente é devolver um dicionário; a abreviação de propriedade não tem equivalente direto.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086001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Métodos</a:t>
            </a: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a </a:t>
            </a:r>
            <a:r>
              <a:rPr lang="en-US" sz="3400" b="1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palavra-chave</a:t>
            </a: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3400" b="1" i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</a:t>
            </a:r>
            <a:endParaRPr lang="en-US" sz="3400" i="1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objeto pode guardar dados e também funções que trabalham com esses dados.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9911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Métodos que leem propriedades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Dentro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 </a:t>
            </a:r>
            <a:r>
              <a:rPr lang="en-US" sz="24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2400" i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4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aponta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o </a:t>
            </a:r>
            <a:r>
              <a:rPr lang="en-US" sz="24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próprio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4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400" dirty="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pessoa =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nome: "Ana", idade: 20,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falar()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(`Tenho ${this.idade} anos`);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pessoa.falar();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"Tenho 20 anos"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this.idade lê a propriedade do próprio objeto.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678188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Métodos que alteram propriedades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</a:t>
            </a:r>
            <a:r>
              <a:rPr lang="en-US" sz="24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mesmo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400" i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4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também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4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permite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mudar o valor de </a:t>
            </a:r>
            <a:r>
              <a:rPr lang="en-US" sz="24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4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propriedade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400" dirty="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pessoa =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idade: 20,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incrementaIdade()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this.idade = this.idade + 1;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pessoa.incrementaIdade();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(pessoa.idade);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21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método alterou o estado do próprio objeto.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017117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x self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 = {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idade: 20,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falar() {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(this.idade);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p.falar(); </a:t>
            </a: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20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P: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self.idade = 20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falar(self):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print(self.idade)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P().falar()  # 20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Papel parecido, mas em JS não existe classe formal: é um objeto único com métodos próprios.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581386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Tipos por valor x tipos por referência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conceito central da aula: nem toda cópia de variável cria um valor novo.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871736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Primitivos x referência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string, number, boolean, null e undefined são imutáveis: a variável guarda o próprio valor. Arrays, objetos e funções são tipos por referência — a variável guarda o endereço do valor na memória, então copiá-la aponta para o mesmo lugar.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867925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Referência em arrays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Copiar com = compartilha o mesmo array; o spread cria um novo.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[1, 2, 3];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= a;     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mesma referência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 = [...a];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cópia independente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(4);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(a);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[1, 2, 3, 4]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(c);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[1, 2, 3]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Pergunta para a turma: por que alterar b também alterou a?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928521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que alterar b mudou a?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Porque 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 </a:t>
            </a: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não guardam o array — guardam o endereço dele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400" dirty="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[1, 2, 3];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= a;     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aponta para o MESMO array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 = [...a];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outro array na memória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=== b);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=== c);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false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 b são dois nomes para o mesmo array; c é uma cópia independente.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983404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Referência em objetos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mesmo comportamento vale para objetos.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pessoa01 = { nome: "Ana", idade: 20 };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pessoa02 = pessoa01;       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mesma referência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pessoa03 = { ...pessoa01 };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cópia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pessoa02.idade = 30;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pessoa03.idade = 99;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(pessoa01.idade);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30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Só a cópia por atribuição direta refletiu a mudança no original.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238195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Referência: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{ x: 1 };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= a;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b.x = 2;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(a.x); </a:t>
            </a: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{"x": 1}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a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b["x"] = 2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print(a["x"])  # 2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 err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Listas</a:t>
            </a: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</a:t>
            </a:r>
            <a:r>
              <a:rPr lang="en-US" sz="1900" i="1" dirty="0" err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dicionários</a:t>
            </a: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900" i="1" dirty="0" err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</a:t>
            </a: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Python </a:t>
            </a:r>
            <a:r>
              <a:rPr lang="en-US" sz="1900" i="1" dirty="0" err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têm</a:t>
            </a: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r>
              <a:rPr lang="en-US" sz="1900" i="1" dirty="0" err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mesmo</a:t>
            </a: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aliasing: o </a:t>
            </a:r>
            <a:r>
              <a:rPr lang="en-US" sz="1900" i="1" dirty="0" err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conceito</a:t>
            </a: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900" i="1" dirty="0" err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não</a:t>
            </a: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é </a:t>
            </a:r>
            <a:r>
              <a:rPr lang="en-US" sz="1900" i="1" dirty="0" err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exclusivo</a:t>
            </a: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 JavaScript.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608010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Operadores de igualdade e lógicos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Comparar valores e combinar condições — com uma pegadinha clássica do JavaScript.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416386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== x ===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== compara só o valor, com coerção de tipo; === compara valor e tipo.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 == "10"); 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 === "10");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false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 != "10"); 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false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 !== "10");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Prefira sempre === e !==: sem conversão escondida, sem surpresa.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1243829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Igualdade: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 == "10");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 (com coerção)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 === "10");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false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print(10 == "10")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False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não existe operador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 coerção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== do Python já se comporta como o === do JS; usar === reduz a diferença entre as linguagens.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4219171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Operadores lógicos: &amp;&amp;, || e !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&amp;&amp; é E, || é OU e ! é NÃO.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idade = 20;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maior = idade &gt;= 18;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temCarteira = true;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(maior &amp;&amp; temCarteira);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(maior || false);      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(!maior);              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false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&amp;&amp; exige as duas condições; || basta uma; ! inverte o resultado.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795753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 integrador: login simples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691640"/>
            <a:ext cx="10607040" cy="41148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78408" y="1837944"/>
            <a:ext cx="10204704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usuario = "Flávio";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senha = "123456";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(usuario === "Flávio" &amp;&amp; senha === "123456")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("Login efetuado"); </a:t>
            </a:r>
            <a:r>
              <a:rPr lang="en-US" sz="20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"Login efetuado"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("Usuário ou senha inválidos");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Igualdade estrita e operador lógico juntos num caso de uso real.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4813253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levar da aula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Factory function devolve um objeto pronto; { nome } é a forma abreviada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Métodos usam this para acessar as propriedades do próprio objeto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Primitivos copiam valor; arrays, objetos e funções copiam referência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Spread ([...a] e { ...obj }) cria uma cópia independente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Prefira === e !==; combine condições com &amp;&amp;, || e !</a:t>
            </a:r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755751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7AF940A41E02B42AE989720C36A0380" ma:contentTypeVersion="0" ma:contentTypeDescription="Crie um novo documento." ma:contentTypeScope="" ma:versionID="2ca66df9725b81028f0c9fff17035b4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59dbc040a3f85ddd093e31795c9c73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32D61FD-2733-4F66-9A70-F79171121A33}"/>
</file>

<file path=customXml/itemProps2.xml><?xml version="1.0" encoding="utf-8"?>
<ds:datastoreItem xmlns:ds="http://schemas.openxmlformats.org/officeDocument/2006/customXml" ds:itemID="{21784F77-C732-4864-8F51-50EA67BB262A}"/>
</file>

<file path=customXml/itemProps3.xml><?xml version="1.0" encoding="utf-8"?>
<ds:datastoreItem xmlns:ds="http://schemas.openxmlformats.org/officeDocument/2006/customXml" ds:itemID="{C891471A-015A-4B37-AA1D-7DDE169F780F}"/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1404</Words>
  <Application>Microsoft Office PowerPoint</Application>
  <PresentationFormat>Widescreen</PresentationFormat>
  <Paragraphs>207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Consolas</vt:lpstr>
      <vt:lpstr>Segoe UI</vt:lpstr>
      <vt:lpstr>Office Theme</vt:lpstr>
      <vt:lpstr>JavaScript: objetos, referências e operadores</vt:lpstr>
      <vt:lpstr>Roteiro da aula</vt:lpstr>
      <vt:lpstr>Criando objetos com funções</vt:lpstr>
      <vt:lpstr>createUser(): sintaxe completa</vt:lpstr>
      <vt:lpstr>Forma abreviada de propriedade</vt:lpstr>
      <vt:lpstr>Factory: JS x Python</vt:lpstr>
      <vt:lpstr>Métodos e a palavra-chave this</vt:lpstr>
      <vt:lpstr>Métodos que leem propriedades</vt:lpstr>
      <vt:lpstr>Métodos que alteram propriedades</vt:lpstr>
      <vt:lpstr>this x self</vt:lpstr>
      <vt:lpstr>Tipos por valor x tipos por referência</vt:lpstr>
      <vt:lpstr>Primitivos x referência</vt:lpstr>
      <vt:lpstr>Referência em arrays</vt:lpstr>
      <vt:lpstr>Por que alterar b mudou a?</vt:lpstr>
      <vt:lpstr>Referência em objetos</vt:lpstr>
      <vt:lpstr>Referência: JS x Python</vt:lpstr>
      <vt:lpstr>Operadores de igualdade e lógicos</vt:lpstr>
      <vt:lpstr>== x ===</vt:lpstr>
      <vt:lpstr>Igualdade: JS x Python</vt:lpstr>
      <vt:lpstr>Operadores lógicos: &amp;&amp;, || e !</vt:lpstr>
      <vt:lpstr>Exemplo integrador: login simples</vt:lpstr>
      <vt:lpstr>Para levar da aula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Flávio Waltz</dc:creator>
  <cp:lastModifiedBy>Flávio Waltz</cp:lastModifiedBy>
  <cp:revision>10</cp:revision>
  <dcterms:created xsi:type="dcterms:W3CDTF">2026-08-06T13:47:07Z</dcterms:created>
  <dcterms:modified xsi:type="dcterms:W3CDTF">2026-08-17T00:01:35Z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0x01010067AF940A41E02B42AE989720C36A0380</vt:lpwstr>
  </property>
</Properties>
</file>