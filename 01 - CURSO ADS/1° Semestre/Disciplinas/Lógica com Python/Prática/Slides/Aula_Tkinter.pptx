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7"/>
  </p:notesMasterIdLst>
  <p:handoutMasterIdLst>
    <p:handoutMasterId r:id="rId28"/>
  </p:handoutMasterIdLst>
  <p:sldIdLst>
    <p:sldId id="268" r:id="rId5"/>
    <p:sldId id="323" r:id="rId6"/>
    <p:sldId id="324" r:id="rId7"/>
    <p:sldId id="325" r:id="rId8"/>
    <p:sldId id="327" r:id="rId9"/>
    <p:sldId id="328" r:id="rId10"/>
    <p:sldId id="330" r:id="rId11"/>
    <p:sldId id="331" r:id="rId12"/>
    <p:sldId id="333" r:id="rId13"/>
    <p:sldId id="354" r:id="rId14"/>
    <p:sldId id="355" r:id="rId15"/>
    <p:sldId id="357" r:id="rId16"/>
    <p:sldId id="358" r:id="rId17"/>
    <p:sldId id="359" r:id="rId18"/>
    <p:sldId id="360" r:id="rId19"/>
    <p:sldId id="361" r:id="rId20"/>
    <p:sldId id="362" r:id="rId21"/>
    <p:sldId id="363" r:id="rId22"/>
    <p:sldId id="364" r:id="rId23"/>
    <p:sldId id="365" r:id="rId24"/>
    <p:sldId id="352" r:id="rId25"/>
    <p:sldId id="353" r:id="rId26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7016"/>
    <a:srgbClr val="9FE0FF"/>
    <a:srgbClr val="CF8CCA"/>
    <a:srgbClr val="909090"/>
    <a:srgbClr val="5A5A5A"/>
    <a:srgbClr val="1E1E1E"/>
    <a:srgbClr val="FFDA00"/>
    <a:srgbClr val="CE9178"/>
    <a:srgbClr val="DCDCAA"/>
    <a:srgbClr val="383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43E5FD-84AE-B30F-F946-30FB7BD48723}" v="1" dt="2025-10-16T13:39:36.447"/>
    <p1510:client id="{E1996151-F03A-B606-D96E-765E4A780165}" v="2" dt="2025-10-16T22:35:32.277"/>
    <p1510:client id="{EDA0BE5C-59F8-784C-B2DA-45589DBA7CBF}" v="4" dt="2025-10-16T13:16:52.8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ICIUS MARTINS" userId="S::vinicius.martins56@aluno.unip.br::1616810d-506e-4df7-9bf2-d0ba1878ecd7" providerId="AD" clId="Web-{EDA0BE5C-59F8-784C-B2DA-45589DBA7CBF}"/>
    <pc:docChg chg="modSld">
      <pc:chgData name="VINICIUS MARTINS" userId="S::vinicius.martins56@aluno.unip.br::1616810d-506e-4df7-9bf2-d0ba1878ecd7" providerId="AD" clId="Web-{EDA0BE5C-59F8-784C-B2DA-45589DBA7CBF}" dt="2025-10-16T13:16:46.574" v="2" actId="20577"/>
      <pc:docMkLst>
        <pc:docMk/>
      </pc:docMkLst>
      <pc:sldChg chg="modSp">
        <pc:chgData name="VINICIUS MARTINS" userId="S::vinicius.martins56@aluno.unip.br::1616810d-506e-4df7-9bf2-d0ba1878ecd7" providerId="AD" clId="Web-{EDA0BE5C-59F8-784C-B2DA-45589DBA7CBF}" dt="2025-10-16T13:16:46.574" v="2" actId="20577"/>
        <pc:sldMkLst>
          <pc:docMk/>
          <pc:sldMk cId="2982052112" sldId="325"/>
        </pc:sldMkLst>
        <pc:spChg chg="mod">
          <ac:chgData name="VINICIUS MARTINS" userId="S::vinicius.martins56@aluno.unip.br::1616810d-506e-4df7-9bf2-d0ba1878ecd7" providerId="AD" clId="Web-{EDA0BE5C-59F8-784C-B2DA-45589DBA7CBF}" dt="2025-10-16T13:16:46.574" v="2" actId="20577"/>
          <ac:spMkLst>
            <pc:docMk/>
            <pc:sldMk cId="2982052112" sldId="325"/>
            <ac:spMk id="3" creationId="{F21CCCF6-8EAF-28CA-8B00-22A7C468D1FB}"/>
          </ac:spMkLst>
        </pc:spChg>
      </pc:sldChg>
    </pc:docChg>
  </pc:docChgLst>
  <pc:docChgLst>
    <pc:chgData name="FERNANDA CARVALHEIRA" userId="S::fernanda.carvalheira@aluno.unip.br::e6839f2d-0133-49e9-a1e1-d8976f92fef9" providerId="AD" clId="Web-{7743E5FD-84AE-B30F-F946-30FB7BD48723}"/>
    <pc:docChg chg="delSld">
      <pc:chgData name="FERNANDA CARVALHEIRA" userId="S::fernanda.carvalheira@aluno.unip.br::e6839f2d-0133-49e9-a1e1-d8976f92fef9" providerId="AD" clId="Web-{7743E5FD-84AE-B30F-F946-30FB7BD48723}" dt="2025-10-16T13:39:36.447" v="0"/>
      <pc:docMkLst>
        <pc:docMk/>
      </pc:docMkLst>
      <pc:sldChg chg="del">
        <pc:chgData name="FERNANDA CARVALHEIRA" userId="S::fernanda.carvalheira@aluno.unip.br::e6839f2d-0133-49e9-a1e1-d8976f92fef9" providerId="AD" clId="Web-{7743E5FD-84AE-B30F-F946-30FB7BD48723}" dt="2025-10-16T13:39:36.447" v="0"/>
        <pc:sldMkLst>
          <pc:docMk/>
          <pc:sldMk cId="2403813715" sldId="356"/>
        </pc:sldMkLst>
      </pc:sldChg>
    </pc:docChg>
  </pc:docChgLst>
  <pc:docChgLst>
    <pc:chgData name="LETICIA RIBEIRO" userId="S::leticia.ribeiro60@aluno.unip.br::40350f45-1ad6-4f27-a196-2acc99efdc31" providerId="AD" clId="Web-{E1996151-F03A-B606-D96E-765E4A780165}"/>
    <pc:docChg chg="delSld modSld">
      <pc:chgData name="LETICIA RIBEIRO" userId="S::leticia.ribeiro60@aluno.unip.br::40350f45-1ad6-4f27-a196-2acc99efdc31" providerId="AD" clId="Web-{E1996151-F03A-B606-D96E-765E4A780165}" dt="2025-10-16T22:35:32.277" v="1"/>
      <pc:docMkLst>
        <pc:docMk/>
      </pc:docMkLst>
      <pc:sldChg chg="del">
        <pc:chgData name="LETICIA RIBEIRO" userId="S::leticia.ribeiro60@aluno.unip.br::40350f45-1ad6-4f27-a196-2acc99efdc31" providerId="AD" clId="Web-{E1996151-F03A-B606-D96E-765E4A780165}" dt="2025-10-16T22:35:32.277" v="1"/>
        <pc:sldMkLst>
          <pc:docMk/>
          <pc:sldMk cId="4107028279" sldId="326"/>
        </pc:sldMkLst>
      </pc:sldChg>
      <pc:sldChg chg="modSp">
        <pc:chgData name="LETICIA RIBEIRO" userId="S::leticia.ribeiro60@aluno.unip.br::40350f45-1ad6-4f27-a196-2acc99efdc31" providerId="AD" clId="Web-{E1996151-F03A-B606-D96E-765E4A780165}" dt="2025-10-16T22:29:30.150" v="0" actId="1076"/>
        <pc:sldMkLst>
          <pc:docMk/>
          <pc:sldMk cId="2262657990" sldId="355"/>
        </pc:sldMkLst>
        <pc:picChg chg="mod">
          <ac:chgData name="LETICIA RIBEIRO" userId="S::leticia.ribeiro60@aluno.unip.br::40350f45-1ad6-4f27-a196-2acc99efdc31" providerId="AD" clId="Web-{E1996151-F03A-B606-D96E-765E4A780165}" dt="2025-10-16T22:29:30.150" v="0" actId="1076"/>
          <ac:picMkLst>
            <pc:docMk/>
            <pc:sldMk cId="2262657990" sldId="355"/>
            <ac:picMk id="4" creationId="{19589AB7-CF1A-4A92-E4A3-8608EC1B97B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935E2-E7C1-4ED2-91A8-3D2EF90039F0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27CB4-B6D2-4E90-9CC1-824CE88DA9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37642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6FA47-21D5-4047-9471-F01A728B28BE}" type="datetimeFigureOut">
              <a:rPr lang="pt-BR" noProof="0" smtClean="0"/>
              <a:t>16/10/2025</a:t>
            </a:fld>
            <a:endParaRPr lang="pt-BR" noProof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501BF-1D2B-4868-94EC-1ACE4360F5AC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587417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3501BF-1D2B-4868-94EC-1ACE4360F5A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748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 noProof="0"/>
              <a:t>Clique para editar o estilo do subtítulo Mestre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058210-3CDA-4DDA-8356-4FED81F3EC11}" type="datetime1">
              <a:rPr lang="pt-BR" noProof="0" smtClean="0"/>
              <a:t>16/10/2025</a:t>
            </a:fld>
            <a:endParaRPr lang="pt-BR" noProof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0A45F5-F797-498C-8B7A-1AAECBDA6E61}" type="datetime1">
              <a:rPr lang="pt-BR" noProof="0" smtClean="0"/>
              <a:t>16/10/2025</a:t>
            </a:fld>
            <a:endParaRPr lang="pt-BR" noProof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29AE4E-7FCD-4AA8-8737-FC932D28D25C}" type="datetime1">
              <a:rPr lang="pt-BR" noProof="0" smtClean="0"/>
              <a:t>16/10/2025</a:t>
            </a:fld>
            <a:endParaRPr lang="pt-BR" noProof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469966-2CA8-44E6-8B22-84BCFB10A849}" type="datetime1">
              <a:rPr lang="pt-BR" noProof="0" smtClean="0"/>
              <a:t>16/10/2025</a:t>
            </a:fld>
            <a:endParaRPr lang="pt-BR" noProof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BCC592-1277-433B-ABE2-7821BB8F5F47}" type="datetime1">
              <a:rPr lang="pt-BR" noProof="0" smtClean="0"/>
              <a:t>16/10/2025</a:t>
            </a:fld>
            <a:endParaRPr lang="pt-BR" noProof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34C60-AB26-43CA-BC61-01B53B651217}" type="datetime1">
              <a:rPr lang="pt-BR" noProof="0" smtClean="0"/>
              <a:t>16/10/2025</a:t>
            </a:fld>
            <a:endParaRPr lang="pt-BR" noProof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29BC98-DC8A-4339-9F6E-A49DA685FCB7}" type="datetime1">
              <a:rPr lang="pt-BR" noProof="0" smtClean="0"/>
              <a:t>16/10/2025</a:t>
            </a:fld>
            <a:endParaRPr lang="pt-BR" noProof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 rtl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BA6BBE74-918B-43BF-B29E-5C4A628D9277}" type="datetime1">
              <a:rPr lang="pt-BR" noProof="0" smtClean="0"/>
              <a:t>16/10/2025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0A1C5B49-891F-4320-82CB-3E8E2B9DD127}" type="datetime1">
              <a:rPr lang="pt-BR" noProof="0" smtClean="0"/>
              <a:t>16/10/2025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BA7412EA-3900-4FDB-8760-09BB6255EE2A}" type="datetime1">
              <a:rPr lang="pt-BR" noProof="0" smtClean="0"/>
              <a:t>16/10/2025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tângulo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 rtlCol="0">
            <a:noAutofit/>
          </a:bodyPr>
          <a:lstStyle/>
          <a:p>
            <a:r>
              <a:rPr lang="pt-BR" sz="5400"/>
              <a:t>Algoritmos e estrutura de dados com Python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pt-BR" sz="2400">
                <a:solidFill>
                  <a:schemeClr val="tx1">
                    <a:lumMod val="85000"/>
                    <a:lumOff val="15000"/>
                  </a:schemeClr>
                </a:solidFill>
              </a:rPr>
              <a:t>Prof. Flávio Waltz</a:t>
            </a: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m 12" descr="Logotipo&#10;&#10;Descrição gerada automaticamente">
            <a:extLst>
              <a:ext uri="{FF2B5EF4-FFF2-40B4-BE49-F238E27FC236}">
                <a16:creationId xmlns:a16="http://schemas.microsoft.com/office/drawing/2014/main" id="{00BC911C-ACE2-4EFB-A0CE-485B21E0D3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2898" y="4846553"/>
            <a:ext cx="1773372" cy="1773372"/>
          </a:xfrm>
          <a:prstGeom prst="rect">
            <a:avLst/>
          </a:prstGeom>
        </p:spPr>
      </p:pic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E09A70B3-11B4-7BBC-14D1-CD257272C38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9770"/>
          <a:stretch/>
        </p:blipFill>
        <p:spPr>
          <a:xfrm>
            <a:off x="7200168" y="1366357"/>
            <a:ext cx="4171950" cy="412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600"/>
              <a:t>Interface Gráfica do Usuário (GUI)</a:t>
            </a:r>
            <a:endParaRPr lang="pt-BR" sz="4600" b="1" i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/>
              <a:t>GUI – </a:t>
            </a:r>
            <a:r>
              <a:rPr lang="pt-BR" sz="3600" err="1"/>
              <a:t>Graphical</a:t>
            </a:r>
            <a:r>
              <a:rPr lang="pt-BR" sz="3600"/>
              <a:t> User Interface</a:t>
            </a:r>
          </a:p>
          <a:p>
            <a:endParaRPr lang="pt-BR" sz="3600"/>
          </a:p>
          <a:p>
            <a:r>
              <a:rPr lang="pt-BR" sz="3600"/>
              <a:t>Uma </a:t>
            </a:r>
            <a:r>
              <a:rPr lang="pt-BR" sz="3600" b="1"/>
              <a:t>interface gráfica </a:t>
            </a:r>
            <a:r>
              <a:rPr lang="pt-BR" sz="3600"/>
              <a:t>que permite ao usuário </a:t>
            </a:r>
            <a:r>
              <a:rPr lang="pt-BR" sz="3600" b="1"/>
              <a:t>interagir com o sistema por meio de janelas, botões e menus</a:t>
            </a:r>
          </a:p>
          <a:p>
            <a:endParaRPr lang="pt-BR" sz="3600"/>
          </a:p>
        </p:txBody>
      </p:sp>
    </p:spTree>
    <p:extLst>
      <p:ext uri="{BB962C8B-B14F-4D97-AF65-F5344CB8AC3E}">
        <p14:creationId xmlns:p14="http://schemas.microsoft.com/office/powerpoint/2010/main" val="3276131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87895-1FDC-146A-1074-9AC6306C7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B1453-F8E8-73DC-A8D0-49D456954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600"/>
              <a:t>Interface Gráfica do Usuário (GUI)</a:t>
            </a:r>
            <a:endParaRPr lang="pt-BR" sz="4600" b="1" i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35ED84-E8E5-742A-DA8F-C91BB00EF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/>
              <a:t>GUI – </a:t>
            </a:r>
            <a:r>
              <a:rPr lang="pt-BR" sz="3600" err="1"/>
              <a:t>Graphical</a:t>
            </a:r>
            <a:r>
              <a:rPr lang="pt-BR" sz="3600"/>
              <a:t> User Interface</a:t>
            </a:r>
          </a:p>
          <a:p>
            <a:endParaRPr lang="pt-BR" sz="3600"/>
          </a:p>
          <a:p>
            <a:r>
              <a:rPr lang="pt-BR" sz="3600"/>
              <a:t>No Python, a biblioteca mais acessível para isso é o </a:t>
            </a:r>
            <a:r>
              <a:rPr lang="pt-BR" sz="3600" b="1" err="1"/>
              <a:t>Tkinter</a:t>
            </a:r>
            <a:r>
              <a:rPr lang="pt-BR" sz="3600"/>
              <a:t>, que já vem instalada por padrão</a:t>
            </a:r>
            <a:endParaRPr lang="pt-BR" sz="3600" b="1"/>
          </a:p>
          <a:p>
            <a:endParaRPr lang="pt-BR" sz="3600"/>
          </a:p>
        </p:txBody>
      </p:sp>
    </p:spTree>
    <p:extLst>
      <p:ext uri="{BB962C8B-B14F-4D97-AF65-F5344CB8AC3E}">
        <p14:creationId xmlns:p14="http://schemas.microsoft.com/office/powerpoint/2010/main" val="2296399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14F93-C3E7-789D-6298-6A10CBCA1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979904-6853-C6AE-89F4-1A7A1980A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600"/>
              <a:t>Estrutura Básica</a:t>
            </a:r>
            <a:endParaRPr lang="pt-BR" sz="4600" b="1" i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1CCCF6-8EAF-28CA-8B00-22A7C468D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pt-BR" sz="3600"/>
              <a:t>Criação da janela principal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3600"/>
              <a:t>Criação e posicionamento dos widgets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3600"/>
              <a:t>Execução do loop principal </a:t>
            </a:r>
            <a:r>
              <a:rPr lang="pt-BR" sz="3600" i="1"/>
              <a:t>(</a:t>
            </a:r>
            <a:r>
              <a:rPr lang="pt-BR" sz="3600" b="1" i="1" err="1"/>
              <a:t>mainloop</a:t>
            </a:r>
            <a:r>
              <a:rPr lang="pt-BR" sz="3600" b="1" i="1"/>
              <a:t>()</a:t>
            </a:r>
            <a:r>
              <a:rPr lang="pt-BR" sz="3600" i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82052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9C0B1-DF9F-CA42-435D-BB4654162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B03DA35-2907-EDE7-9EE7-8F07F7E2B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117" y="1094195"/>
            <a:ext cx="6911765" cy="466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430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99A5E-FD81-6C04-6E48-BE31767AF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3040D5-A43C-7EBA-8F5B-B8D76322C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600"/>
              <a:t>Estrutura Básica</a:t>
            </a:r>
            <a:endParaRPr lang="pt-BR" sz="4600" b="1" i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E2CE70-4FA8-686B-8CDF-75C836BFE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108201"/>
            <a:ext cx="10231981" cy="3760891"/>
          </a:xfrm>
        </p:spPr>
        <p:txBody>
          <a:bodyPr>
            <a:normAutofit/>
          </a:bodyPr>
          <a:lstStyle/>
          <a:p>
            <a:pPr lvl="1"/>
            <a:r>
              <a:rPr lang="pt-BR" sz="3600" b="1">
                <a:solidFill>
                  <a:srgbClr val="EC7016"/>
                </a:solidFill>
              </a:rPr>
              <a:t>tk.TK()</a:t>
            </a:r>
            <a:r>
              <a:rPr lang="pt-BR" sz="3600">
                <a:solidFill>
                  <a:srgbClr val="EC7016"/>
                </a:solidFill>
              </a:rPr>
              <a:t> </a:t>
            </a:r>
            <a:r>
              <a:rPr lang="pt-BR" sz="3600"/>
              <a:t>cria a janela principal</a:t>
            </a:r>
          </a:p>
          <a:p>
            <a:pPr lvl="1"/>
            <a:r>
              <a:rPr lang="pt-BR" sz="3600" b="1" err="1">
                <a:solidFill>
                  <a:srgbClr val="EC7016"/>
                </a:solidFill>
              </a:rPr>
              <a:t>Label</a:t>
            </a:r>
            <a:r>
              <a:rPr lang="pt-BR" sz="3600"/>
              <a:t> é um widget de texto</a:t>
            </a:r>
          </a:p>
          <a:p>
            <a:pPr lvl="1"/>
            <a:r>
              <a:rPr lang="pt-BR" sz="3600" b="1">
                <a:solidFill>
                  <a:srgbClr val="EC7016"/>
                </a:solidFill>
              </a:rPr>
              <a:t>pack()</a:t>
            </a:r>
            <a:r>
              <a:rPr lang="pt-BR" sz="3600">
                <a:solidFill>
                  <a:srgbClr val="EC7016"/>
                </a:solidFill>
              </a:rPr>
              <a:t> </a:t>
            </a:r>
            <a:r>
              <a:rPr lang="pt-BR" sz="3600"/>
              <a:t>posiciona o elemento na janela</a:t>
            </a:r>
          </a:p>
          <a:p>
            <a:pPr lvl="1"/>
            <a:r>
              <a:rPr lang="pt-BR" sz="3600" b="1" err="1">
                <a:solidFill>
                  <a:srgbClr val="EC7016"/>
                </a:solidFill>
              </a:rPr>
              <a:t>mainloop</a:t>
            </a:r>
            <a:r>
              <a:rPr lang="pt-BR" sz="3600" b="1">
                <a:solidFill>
                  <a:srgbClr val="EC7016"/>
                </a:solidFill>
              </a:rPr>
              <a:t>()</a:t>
            </a:r>
            <a:r>
              <a:rPr lang="pt-BR" sz="3600">
                <a:solidFill>
                  <a:srgbClr val="EC7016"/>
                </a:solidFill>
              </a:rPr>
              <a:t> </a:t>
            </a:r>
            <a:r>
              <a:rPr lang="pt-BR" sz="3600"/>
              <a:t>mantém a interface aberta e interativa</a:t>
            </a:r>
          </a:p>
        </p:txBody>
      </p:sp>
    </p:spTree>
    <p:extLst>
      <p:ext uri="{BB962C8B-B14F-4D97-AF65-F5344CB8AC3E}">
        <p14:creationId xmlns:p14="http://schemas.microsoft.com/office/powerpoint/2010/main" val="3481634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7ED97-1BBA-5C63-DC31-1EC34E40A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128E4E-2D1A-55F2-AD59-4585EBEF4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600" err="1"/>
              <a:t>ttk</a:t>
            </a:r>
            <a:r>
              <a:rPr lang="pt-BR" sz="4600"/>
              <a:t> para modernizar a aparência</a:t>
            </a:r>
            <a:endParaRPr lang="pt-BR" sz="4600" b="1" i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815DB6-30E5-89E4-E833-33AB5868D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err="1"/>
              <a:t>ttk</a:t>
            </a:r>
            <a:r>
              <a:rPr lang="pt-BR" sz="3600"/>
              <a:t> – </a:t>
            </a:r>
            <a:r>
              <a:rPr lang="pt-BR" sz="3600" err="1"/>
              <a:t>Themed</a:t>
            </a:r>
            <a:r>
              <a:rPr lang="pt-BR" sz="3600"/>
              <a:t> </a:t>
            </a:r>
            <a:r>
              <a:rPr lang="pt-BR" sz="3600" err="1"/>
              <a:t>Tkinter</a:t>
            </a:r>
            <a:endParaRPr lang="pt-BR" sz="3600"/>
          </a:p>
          <a:p>
            <a:endParaRPr lang="pt-BR" sz="3600"/>
          </a:p>
          <a:p>
            <a:r>
              <a:rPr lang="pt-BR" sz="3600"/>
              <a:t>A biblioteca </a:t>
            </a:r>
            <a:r>
              <a:rPr lang="pt-BR" sz="3600" err="1"/>
              <a:t>ttk</a:t>
            </a:r>
            <a:r>
              <a:rPr lang="pt-BR" sz="3600"/>
              <a:t> oferece widgets com aparência atualizada e suporte a estilos</a:t>
            </a:r>
            <a:endParaRPr lang="pt-BR" sz="3600" b="1"/>
          </a:p>
          <a:p>
            <a:endParaRPr lang="pt-BR" sz="3600"/>
          </a:p>
        </p:txBody>
      </p:sp>
    </p:spTree>
    <p:extLst>
      <p:ext uri="{BB962C8B-B14F-4D97-AF65-F5344CB8AC3E}">
        <p14:creationId xmlns:p14="http://schemas.microsoft.com/office/powerpoint/2010/main" val="1320770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2E20E11-54D2-1AC4-FBB3-7F131B116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772" y="706520"/>
            <a:ext cx="7998455" cy="5444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521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806CC-0EF4-FA78-C2A4-7FCD34D38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B08F11-D331-15D0-BD03-BCB3A0A5C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/>
              <a:t>Entrada de dados</a:t>
            </a:r>
            <a:endParaRPr lang="pt-BR" sz="4000" b="1" i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6D3644-D16B-2712-15A7-2931802DC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/>
              <a:t>Vamos escrever um programa que tenha um controle para entrarmos com um texto.</a:t>
            </a:r>
          </a:p>
          <a:p>
            <a:r>
              <a:rPr lang="pt-BR" sz="3600"/>
              <a:t>Faremos uma </a:t>
            </a:r>
            <a:r>
              <a:rPr lang="pt-BR" sz="3600" b="1"/>
              <a:t>conversão de graus Celsius para Fahrenheit</a:t>
            </a:r>
          </a:p>
          <a:p>
            <a:endParaRPr lang="pt-BR" sz="3600"/>
          </a:p>
        </p:txBody>
      </p:sp>
    </p:spTree>
    <p:extLst>
      <p:ext uri="{BB962C8B-B14F-4D97-AF65-F5344CB8AC3E}">
        <p14:creationId xmlns:p14="http://schemas.microsoft.com/office/powerpoint/2010/main" val="2610291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75E4150-9E6E-8540-A6DD-1890B84F5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7962"/>
            <a:ext cx="12192000" cy="178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242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FB841-5743-B5EE-A2EC-12B0C6E05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9589AB7-CF1A-4A92-E4A3-8608EC1B9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6115"/>
            <a:ext cx="12192000" cy="3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657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2A67B-E957-1169-CCBF-3868ACED9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D7F6194-26C2-5EEE-2DE7-A691644FD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00519"/>
            <a:ext cx="12192000" cy="145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089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C034E-8047-B8D1-8A21-3BD286EA3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9CF618F-F98E-488A-46D9-C3F5DEE86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6436"/>
            <a:ext cx="12192000" cy="238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470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00409-932F-08C1-5446-348BC45C3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F13E4F3-26FE-1B40-0D5B-B21AFB5AB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3114"/>
            <a:ext cx="12192000" cy="177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783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E0EE4-3FF7-6587-2762-55B95804F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EFA9AB0-5F39-B09B-E2C2-EA1C6635F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8142"/>
            <a:ext cx="12192000" cy="174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759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C1DD6-C07B-FBD1-190C-0CE1ABF90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6298BF1-BDA7-639E-956C-E960C76BE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0"/>
            <a:ext cx="12192000" cy="228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748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7149E-953D-E4C4-FA8A-D9698615B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D6622C1-B4FB-BED6-FC1E-E8AAA7772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6241"/>
            <a:ext cx="12192000" cy="560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112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3E0C7-2D8F-7C4B-D3C7-70BAACF9C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C53173E-2524-1ADC-946E-9D2868D1D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121381"/>
            <a:ext cx="12210847" cy="461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858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B1925-096E-9A21-393A-EDDA1E8B8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43382B3-9228-7294-2797-67E325882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2333"/>
            <a:ext cx="12193594" cy="329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298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F8D3C-DA98-C8DB-4BA0-CF8151B35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1F1CBCF-6E78-01A3-8EF3-0BF9FEA6A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397" y="2305325"/>
            <a:ext cx="8521205" cy="224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755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2CD00-237C-91F7-DE54-8D6AEE348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144FB2-7DAE-117F-A261-B18AB9269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/>
              <a:t>Desafio</a:t>
            </a:r>
            <a:endParaRPr lang="pt-BR" sz="4000" b="1" i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8573B7-1123-69B0-3E66-38EC79B29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/>
              <a:t>Adicionar, na interface, a possibilidade de converter a temperatura descrita de Celsius para Kelvin.</a:t>
            </a:r>
          </a:p>
          <a:p>
            <a:pPr algn="ctr"/>
            <a:r>
              <a:rPr lang="pt-BR" sz="3600" b="1"/>
              <a:t>Fórmula:  </a:t>
            </a:r>
            <a:r>
              <a:rPr lang="pt-BR" sz="3600"/>
              <a:t>K=°C+273.15</a:t>
            </a:r>
            <a:endParaRPr lang="pt-BR" sz="3600" b="1"/>
          </a:p>
          <a:p>
            <a:endParaRPr lang="pt-BR" sz="3600"/>
          </a:p>
        </p:txBody>
      </p:sp>
    </p:spTree>
    <p:extLst>
      <p:ext uri="{BB962C8B-B14F-4D97-AF65-F5344CB8AC3E}">
        <p14:creationId xmlns:p14="http://schemas.microsoft.com/office/powerpoint/2010/main" val="1852641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CE9C1-5B96-34F7-3879-783D7FC30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A63396-FB0C-A243-C743-9D3D42A61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/>
              <a:t>Desafio - Requisitos</a:t>
            </a:r>
            <a:endParaRPr lang="pt-BR" sz="4000" b="1" i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047C79-7ED1-5886-648E-037EC35CB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pt-BR" sz="3400"/>
              <a:t>O botão deve ter o texto “Celsius para Kelvin”;</a:t>
            </a:r>
          </a:p>
          <a:p>
            <a:pPr lvl="1"/>
            <a:r>
              <a:rPr lang="pt-BR" sz="3400"/>
              <a:t>O método deve calcular o valor corretamente usando a fórmula K = C + 273.15;</a:t>
            </a:r>
          </a:p>
          <a:p>
            <a:pPr lvl="1"/>
            <a:r>
              <a:rPr lang="pt-BR" sz="3400"/>
              <a:t>O resultado deve aparecer no mesmo rótulo “Resultado”;</a:t>
            </a:r>
          </a:p>
          <a:p>
            <a:pPr lvl="1"/>
            <a:r>
              <a:rPr lang="pt-BR" sz="3400"/>
              <a:t>O programa deve continuar funcionando normalmente para as outras conversões.</a:t>
            </a:r>
          </a:p>
        </p:txBody>
      </p:sp>
    </p:spTree>
    <p:extLst>
      <p:ext uri="{BB962C8B-B14F-4D97-AF65-F5344CB8AC3E}">
        <p14:creationId xmlns:p14="http://schemas.microsoft.com/office/powerpoint/2010/main" val="2529216326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715_TF33845126.potx" id="{07B33CC6-269C-4DD5-9017-A83AF51479F7}" vid="{03982E99-A52E-4A57-A229-288B0228341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9EB243DAB49CF4593EB0C222B4EF671" ma:contentTypeVersion="3" ma:contentTypeDescription="Create a new document." ma:contentTypeScope="" ma:versionID="f738b6c48b5ead36bbd74b21bc06e906">
  <xsd:schema xmlns:xsd="http://www.w3.org/2001/XMLSchema" xmlns:xs="http://www.w3.org/2001/XMLSchema" xmlns:p="http://schemas.microsoft.com/office/2006/metadata/properties" xmlns:ns2="8c529ec0-fa2e-4a94-9697-1c2ca267284a" targetNamespace="http://schemas.microsoft.com/office/2006/metadata/properties" ma:root="true" ma:fieldsID="1f85f34f2d1badc7dc2a9180be25729b" ns2:_="">
    <xsd:import namespace="8c529ec0-fa2e-4a94-9697-1c2ca26728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529ec0-fa2e-4a94-9697-1c2ca26728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BF9A85-BE85-4797-ACF6-2447ABA49C58}">
  <ds:schemaRefs>
    <ds:schemaRef ds:uri="8c529ec0-fa2e-4a94-9697-1c2ca267284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F5B1FD9-3BB6-4DA9-A089-3B68C2323D4F}">
  <ds:schemaRefs>
    <ds:schemaRef ds:uri="16c05727-aa75-4e4a-9b5f-8a80a1165891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{D129E361-7900-47DF-B65A-C5D6D83378F0}tf33845126_win32</Template>
  <Application>Microsoft Office PowerPoint</Application>
  <PresentationFormat>Widescreen</PresentationFormat>
  <Slides>22</Slides>
  <Notes>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3" baseType="lpstr">
      <vt:lpstr>1_RetrospectVTI</vt:lpstr>
      <vt:lpstr>Algoritmos e estrutura de dados com Python</vt:lpstr>
      <vt:lpstr>Interface Gráfica do Usuário (GUI)</vt:lpstr>
      <vt:lpstr>Interface Gráfica do Usuário (GUI)</vt:lpstr>
      <vt:lpstr>Estrutura Básica</vt:lpstr>
      <vt:lpstr>Apresentação do PowerPoint</vt:lpstr>
      <vt:lpstr>Estrutura Básica</vt:lpstr>
      <vt:lpstr>ttk para modernizar a aparência</vt:lpstr>
      <vt:lpstr>Apresentação do PowerPoint</vt:lpstr>
      <vt:lpstr>Entrada de dados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Desafio</vt:lpstr>
      <vt:lpstr>Desafio - Requisitos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de software para Internet</dc:title>
  <dc:creator>Flávio Waltz</dc:creator>
  <cp:revision>4</cp:revision>
  <dcterms:created xsi:type="dcterms:W3CDTF">2022-08-15T17:51:41Z</dcterms:created>
  <dcterms:modified xsi:type="dcterms:W3CDTF">2025-10-16T22:35:32Z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0x01010049EB243DAB49CF4593EB0C222B4EF671</vt:lpwstr>
  </property>
</Properties>
</file>