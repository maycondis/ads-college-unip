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32"/>
  </p:notesMasterIdLst>
  <p:handoutMasterIdLst>
    <p:handoutMasterId r:id="rId33"/>
  </p:handoutMasterIdLst>
  <p:sldIdLst>
    <p:sldId id="351" r:id="rId5"/>
    <p:sldId id="322" r:id="rId6"/>
    <p:sldId id="323" r:id="rId7"/>
    <p:sldId id="325" r:id="rId8"/>
    <p:sldId id="326" r:id="rId9"/>
    <p:sldId id="327" r:id="rId10"/>
    <p:sldId id="324" r:id="rId11"/>
    <p:sldId id="328" r:id="rId12"/>
    <p:sldId id="329" r:id="rId13"/>
    <p:sldId id="330" r:id="rId14"/>
    <p:sldId id="331" r:id="rId15"/>
    <p:sldId id="332" r:id="rId16"/>
    <p:sldId id="333" r:id="rId17"/>
    <p:sldId id="334" r:id="rId18"/>
    <p:sldId id="335" r:id="rId19"/>
    <p:sldId id="336" r:id="rId20"/>
    <p:sldId id="337" r:id="rId21"/>
    <p:sldId id="338" r:id="rId22"/>
    <p:sldId id="339" r:id="rId23"/>
    <p:sldId id="340" r:id="rId24"/>
    <p:sldId id="341" r:id="rId25"/>
    <p:sldId id="342" r:id="rId26"/>
    <p:sldId id="344" r:id="rId27"/>
    <p:sldId id="345" r:id="rId28"/>
    <p:sldId id="348" r:id="rId29"/>
    <p:sldId id="346" r:id="rId30"/>
    <p:sldId id="347" r:id="rId31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9090"/>
    <a:srgbClr val="5A5A5A"/>
    <a:srgbClr val="EC7016"/>
    <a:srgbClr val="1E1E1E"/>
    <a:srgbClr val="FFDA00"/>
    <a:srgbClr val="CE9178"/>
    <a:srgbClr val="DCDCAA"/>
    <a:srgbClr val="383838"/>
    <a:srgbClr val="FFFFFF"/>
    <a:srgbClr val="EDF2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19" autoAdjust="0"/>
  </p:normalViewPr>
  <p:slideViewPr>
    <p:cSldViewPr snapToGrid="0">
      <p:cViewPr varScale="1">
        <p:scale>
          <a:sx n="41" d="100"/>
          <a:sy n="41" d="100"/>
        </p:scale>
        <p:origin x="90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94" y="8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935E2-E7C1-4ED2-91A8-3D2EF90039F0}" type="datetimeFigureOut">
              <a:rPr lang="pt-BR" smtClean="0"/>
              <a:t>10/04/2025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27CB4-B6D2-4E90-9CC1-824CE88DA95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37642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6FA47-21D5-4047-9471-F01A728B28BE}" type="datetimeFigureOut">
              <a:rPr lang="pt-BR" noProof="0" smtClean="0"/>
              <a:t>10/04/2025</a:t>
            </a:fld>
            <a:endParaRPr lang="pt-BR" noProof="0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501BF-1D2B-4868-94EC-1ACE4360F5A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587417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3501BF-1D2B-4868-94EC-1ACE4360F5AC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3748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058210-3CDA-4DDA-8356-4FED81F3EC11}" type="datetime1">
              <a:rPr lang="pt-BR" noProof="0" smtClean="0"/>
              <a:t>10/04/2025</a:t>
            </a:fld>
            <a:endParaRPr lang="pt-BR" noProof="0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0A45F5-F797-498C-8B7A-1AAECBDA6E61}" type="datetime1">
              <a:rPr lang="pt-BR" noProof="0" smtClean="0"/>
              <a:t>10/04/2025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29AE4E-7FCD-4AA8-8737-FC932D28D25C}" type="datetime1">
              <a:rPr lang="pt-BR" noProof="0" smtClean="0"/>
              <a:t>10/04/2025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469966-2CA8-44E6-8B22-84BCFB10A849}" type="datetime1">
              <a:rPr lang="pt-BR" noProof="0" smtClean="0"/>
              <a:t>10/04/2025</a:t>
            </a:fld>
            <a:endParaRPr lang="pt-BR" noProof="0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BCC592-1277-433B-ABE2-7821BB8F5F47}" type="datetime1">
              <a:rPr lang="pt-BR" noProof="0" smtClean="0"/>
              <a:t>10/04/2025</a:t>
            </a:fld>
            <a:endParaRPr lang="pt-BR" noProof="0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34C60-AB26-43CA-BC61-01B53B651217}" type="datetime1">
              <a:rPr lang="pt-BR" noProof="0" smtClean="0"/>
              <a:t>10/04/2025</a:t>
            </a:fld>
            <a:endParaRPr lang="pt-BR" noProof="0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29BC98-DC8A-4339-9F6E-A49DA685FCB7}" type="datetime1">
              <a:rPr lang="pt-BR" noProof="0" smtClean="0"/>
              <a:t>10/04/2025</a:t>
            </a:fld>
            <a:endParaRPr lang="pt-BR" noProof="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 rtl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 dirty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BA6BBE74-918B-43BF-B29E-5C4A628D9277}" type="datetime1">
              <a:rPr lang="pt-BR" noProof="0" smtClean="0"/>
              <a:t>10/04/2025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 dirty="0"/>
              <a:t>Clique no ícone para adicionar uma imagem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0A1C5B49-891F-4320-82CB-3E8E2B9DD127}" type="datetime1">
              <a:rPr lang="pt-BR" noProof="0" smtClean="0"/>
              <a:t>10/04/2025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BA7412EA-3900-4FDB-8760-09BB6255EE2A}" type="datetime1">
              <a:rPr lang="pt-BR" noProof="0" smtClean="0"/>
              <a:t>10/04/2025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408819" cy="3686015"/>
          </a:xfrm>
        </p:spPr>
        <p:txBody>
          <a:bodyPr rtlCol="0">
            <a:noAutofit/>
          </a:bodyPr>
          <a:lstStyle/>
          <a:p>
            <a:r>
              <a:rPr lang="pt-BR" sz="5400" dirty="0"/>
              <a:t>Pensamento lógico computacional com Python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Prof. Flávio Waltz</a:t>
            </a:r>
          </a:p>
        </p:txBody>
      </p:sp>
      <p:pic>
        <p:nvPicPr>
          <p:cNvPr id="13" name="Imagem 12" descr="Logotipo&#10;&#10;Descrição gerada automaticamente">
            <a:extLst>
              <a:ext uri="{FF2B5EF4-FFF2-40B4-BE49-F238E27FC236}">
                <a16:creationId xmlns:a16="http://schemas.microsoft.com/office/drawing/2014/main" id="{00BC911C-ACE2-4EFB-A0CE-485B21E0D3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2898" y="4846553"/>
            <a:ext cx="1773372" cy="1773372"/>
          </a:xfrm>
          <a:prstGeom prst="rect">
            <a:avLst/>
          </a:prstGeom>
        </p:spPr>
      </p:pic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E09A70B3-11B4-7BBC-14D1-CD257272C38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9770"/>
          <a:stretch/>
        </p:blipFill>
        <p:spPr>
          <a:xfrm>
            <a:off x="7200168" y="1366357"/>
            <a:ext cx="4171950" cy="412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279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Dicionários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Permitem conectar informações relacionadas</a:t>
            </a:r>
          </a:p>
        </p:txBody>
      </p:sp>
    </p:spTree>
    <p:extLst>
      <p:ext uri="{BB962C8B-B14F-4D97-AF65-F5344CB8AC3E}">
        <p14:creationId xmlns:p14="http://schemas.microsoft.com/office/powerpoint/2010/main" val="797318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6D1C538-63C1-31B7-CB9F-DAB0C96C7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968" y="2590683"/>
            <a:ext cx="8164064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184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Dicionários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Um </a:t>
            </a:r>
            <a:r>
              <a:rPr lang="pt-BR" sz="3600" b="1" i="1" dirty="0"/>
              <a:t>dicionário</a:t>
            </a:r>
            <a:r>
              <a:rPr lang="pt-BR" sz="3600" dirty="0"/>
              <a:t> em Python é uma coleção de </a:t>
            </a:r>
            <a:r>
              <a:rPr lang="pt-BR" sz="3600" b="1" i="1" dirty="0"/>
              <a:t>pares chave-valor</a:t>
            </a:r>
          </a:p>
          <a:p>
            <a:pPr marL="0" indent="0">
              <a:buNone/>
            </a:pPr>
            <a:endParaRPr lang="pt-BR" sz="3600" b="1" i="1" dirty="0"/>
          </a:p>
        </p:txBody>
      </p:sp>
    </p:spTree>
    <p:extLst>
      <p:ext uri="{BB962C8B-B14F-4D97-AF65-F5344CB8AC3E}">
        <p14:creationId xmlns:p14="http://schemas.microsoft.com/office/powerpoint/2010/main" val="1302129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6D1C538-63C1-31B7-CB9F-DAB0C96C7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968" y="2590683"/>
            <a:ext cx="8164064" cy="838317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6D7FD6A-AF55-D2ED-2BD5-89675E71A786}"/>
              </a:ext>
            </a:extLst>
          </p:cNvPr>
          <p:cNvSpPr txBox="1"/>
          <p:nvPr/>
        </p:nvSpPr>
        <p:spPr>
          <a:xfrm>
            <a:off x="5202311" y="1480457"/>
            <a:ext cx="13773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pt-B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Chave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1C2C3C8-0F27-FF58-55D8-C39C6CD86044}"/>
              </a:ext>
            </a:extLst>
          </p:cNvPr>
          <p:cNvSpPr txBox="1"/>
          <p:nvPr/>
        </p:nvSpPr>
        <p:spPr>
          <a:xfrm>
            <a:off x="6569206" y="3892895"/>
            <a:ext cx="11595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pt-B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Valor</a:t>
            </a:r>
            <a:endParaRPr lang="pt-BR" dirty="0"/>
          </a:p>
        </p:txBody>
      </p:sp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D0512A44-9E49-53BC-99F4-F4A0DF734E88}"/>
              </a:ext>
            </a:extLst>
          </p:cNvPr>
          <p:cNvSpPr/>
          <p:nvPr/>
        </p:nvSpPr>
        <p:spPr>
          <a:xfrm>
            <a:off x="5773076" y="2126788"/>
            <a:ext cx="235837" cy="6463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F212C4B3-4E02-7F4B-0574-7F3FB8ACD91B}"/>
              </a:ext>
            </a:extLst>
          </p:cNvPr>
          <p:cNvSpPr/>
          <p:nvPr/>
        </p:nvSpPr>
        <p:spPr>
          <a:xfrm rot="10800000">
            <a:off x="7031062" y="3258724"/>
            <a:ext cx="235837" cy="6463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5978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Dicionários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Cada </a:t>
            </a:r>
            <a:r>
              <a:rPr lang="pt-BR" sz="3600" b="1" i="1" dirty="0"/>
              <a:t>chave</a:t>
            </a:r>
            <a:r>
              <a:rPr lang="pt-BR" sz="3600" dirty="0"/>
              <a:t> é conectada a um valor, e você pode usar uma chave para acessar o valor associado a ela</a:t>
            </a:r>
          </a:p>
          <a:p>
            <a:pPr marL="0" indent="0">
              <a:buNone/>
            </a:pPr>
            <a:endParaRPr lang="pt-BR" sz="3600" b="1" i="1" dirty="0"/>
          </a:p>
        </p:txBody>
      </p:sp>
    </p:spTree>
    <p:extLst>
      <p:ext uri="{BB962C8B-B14F-4D97-AF65-F5344CB8AC3E}">
        <p14:creationId xmlns:p14="http://schemas.microsoft.com/office/powerpoint/2010/main" val="1789474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002A69B-19B5-CAF7-1913-CFD18D299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416" y="1555597"/>
            <a:ext cx="7297168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244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733A9A2-62F7-1D97-9E4D-D9A08404D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388" y="2304893"/>
            <a:ext cx="9669224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29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Dicionários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Dicionários são estruturas dinâmicas</a:t>
            </a:r>
          </a:p>
          <a:p>
            <a:r>
              <a:rPr lang="pt-BR" sz="3600" dirty="0"/>
              <a:t>Podemos adicionar novos pares chave-valor a um dicionário a qualquer momento</a:t>
            </a:r>
          </a:p>
          <a:p>
            <a:pPr marL="0" indent="0">
              <a:buNone/>
            </a:pPr>
            <a:endParaRPr lang="pt-BR" sz="3600" b="1" i="1" dirty="0"/>
          </a:p>
        </p:txBody>
      </p:sp>
    </p:spTree>
    <p:extLst>
      <p:ext uri="{BB962C8B-B14F-4D97-AF65-F5344CB8AC3E}">
        <p14:creationId xmlns:p14="http://schemas.microsoft.com/office/powerpoint/2010/main" val="2409456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EEDF7A5-1401-6559-012A-858B6A6F6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4544"/>
            <a:ext cx="12192000" cy="254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6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Dicionários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Podemos modificar valores em um dicionário</a:t>
            </a:r>
          </a:p>
          <a:p>
            <a:pPr marL="0" indent="0">
              <a:buNone/>
            </a:pPr>
            <a:endParaRPr lang="pt-BR" sz="3600" b="1" i="1" dirty="0"/>
          </a:p>
        </p:txBody>
      </p:sp>
    </p:spTree>
    <p:extLst>
      <p:ext uri="{BB962C8B-B14F-4D97-AF65-F5344CB8AC3E}">
        <p14:creationId xmlns:p14="http://schemas.microsoft.com/office/powerpoint/2010/main" val="100618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91DC485-207F-8CAD-106E-41E6C0288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7181"/>
            <a:ext cx="12192000" cy="202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976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Dicionários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Podemos modificar valores em um dicionário</a:t>
            </a:r>
          </a:p>
          <a:p>
            <a:pPr marL="0" indent="0">
              <a:buNone/>
            </a:pPr>
            <a:endParaRPr lang="pt-BR" sz="3600" b="1" i="1" dirty="0"/>
          </a:p>
        </p:txBody>
      </p:sp>
    </p:spTree>
    <p:extLst>
      <p:ext uri="{BB962C8B-B14F-4D97-AF65-F5344CB8AC3E}">
        <p14:creationId xmlns:p14="http://schemas.microsoft.com/office/powerpoint/2010/main" val="119997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B29B3532-D7A3-54F9-D881-D40E4465D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846" y="441045"/>
            <a:ext cx="10252308" cy="522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426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F3A7249-F238-1F77-84EA-BD0BF0817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3748"/>
            <a:ext cx="12192000" cy="269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027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Dicionários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Podemos remover valores em um dicionário</a:t>
            </a:r>
          </a:p>
          <a:p>
            <a:pPr marL="0" indent="0">
              <a:buNone/>
            </a:pPr>
            <a:endParaRPr lang="pt-BR" sz="3600" b="1" i="1" dirty="0"/>
          </a:p>
        </p:txBody>
      </p:sp>
    </p:spTree>
    <p:extLst>
      <p:ext uri="{BB962C8B-B14F-4D97-AF65-F5344CB8AC3E}">
        <p14:creationId xmlns:p14="http://schemas.microsoft.com/office/powerpoint/2010/main" val="3580509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C58C02C-C33B-44CB-6117-372E4E390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21797"/>
            <a:ext cx="12192000" cy="121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125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9DDD3CF2-5E6F-AD92-BB35-F0079BA85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11267"/>
            <a:ext cx="12192000" cy="183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7285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Dicionários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Outra possibilidade:</a:t>
            </a:r>
          </a:p>
          <a:p>
            <a:pPr marL="0" indent="0">
              <a:buNone/>
            </a:pPr>
            <a:endParaRPr lang="pt-BR" sz="3600" b="1" i="1" dirty="0"/>
          </a:p>
        </p:txBody>
      </p:sp>
    </p:spTree>
    <p:extLst>
      <p:ext uri="{BB962C8B-B14F-4D97-AF65-F5344CB8AC3E}">
        <p14:creationId xmlns:p14="http://schemas.microsoft.com/office/powerpoint/2010/main" val="2180489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EB7B3F62-FA0C-123C-4FA5-0A4BFCCAB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415" y="1561839"/>
            <a:ext cx="8745170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1841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Dicionários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Como um dicionário pode conter uma grande quantidade de dados, Python permite percorrer um dicionário com um laço</a:t>
            </a:r>
          </a:p>
          <a:p>
            <a:pPr marL="0" indent="0">
              <a:buNone/>
            </a:pPr>
            <a:endParaRPr lang="pt-BR" sz="3600" b="1" i="1" dirty="0"/>
          </a:p>
        </p:txBody>
      </p:sp>
    </p:spTree>
    <p:extLst>
      <p:ext uri="{BB962C8B-B14F-4D97-AF65-F5344CB8AC3E}">
        <p14:creationId xmlns:p14="http://schemas.microsoft.com/office/powerpoint/2010/main" val="426728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7E098D-B720-D209-2CE9-86E5BE2F9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861" y="464136"/>
            <a:ext cx="9688277" cy="543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6622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A9DA450A-8E4F-2692-D8E8-C2D8D0B62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2586"/>
            <a:ext cx="12192000" cy="287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8381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1B5EC28-2433-4650-4E03-D66650FDA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4761"/>
            <a:ext cx="12192000" cy="426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0327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5D02DC7-381F-D15B-2DF4-F4A7BD0AE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0372"/>
            <a:ext cx="12192000" cy="393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5145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D082992-F96A-2770-08F3-C3BDFEED2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182"/>
            <a:ext cx="12192000" cy="600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1187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7101CC2-B51A-ADAF-40A0-01276B147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98"/>
            <a:ext cx="12192000" cy="638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192480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715_TF33845126.potx" id="{07B33CC6-269C-4DD5-9017-A83AF51479F7}" vid="{03982E99-A52E-4A57-A229-288B0228341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E6371B7FBC9264EBDD394A4B019F8ED" ma:contentTypeVersion="4" ma:contentTypeDescription="Crie um novo documento." ma:contentTypeScope="" ma:versionID="af3670115510099101ea552dd9cdaa5f">
  <xsd:schema xmlns:xsd="http://www.w3.org/2001/XMLSchema" xmlns:xs="http://www.w3.org/2001/XMLSchema" xmlns:p="http://schemas.microsoft.com/office/2006/metadata/properties" xmlns:ns2="76a559d0-596e-4236-90b1-6a2a903b2075" targetNamespace="http://schemas.microsoft.com/office/2006/metadata/properties" ma:root="true" ma:fieldsID="e8be88f5e8c103b8586b4e76ca28ffe1" ns2:_="">
    <xsd:import namespace="76a559d0-596e-4236-90b1-6a2a903b20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a559d0-596e-4236-90b1-6a2a903b20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7C6EEF9-1772-4B8A-B3C2-4C20B2604EB0}"/>
</file>

<file path=customXml/itemProps3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16c05727-aa75-4e4a-9b5f-8a80a1165891"/>
    <ds:schemaRef ds:uri="71af3243-3dd4-4a8d-8c0d-dd76da1f02a5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{D129E361-7900-47DF-B65A-C5D6D83378F0}tf33845126_win32</Template>
  <TotalTime>1264</TotalTime>
  <Words>111</Words>
  <Application>Microsoft Office PowerPoint</Application>
  <PresentationFormat>Widescreen</PresentationFormat>
  <Paragraphs>33</Paragraphs>
  <Slides>27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1" baseType="lpstr">
      <vt:lpstr>Bookman Old Style</vt:lpstr>
      <vt:lpstr>Calibri</vt:lpstr>
      <vt:lpstr>Franklin Gothic Book</vt:lpstr>
      <vt:lpstr>1_RetrospectVTI</vt:lpstr>
      <vt:lpstr>Pensamento lógico computacional com Python</vt:lpstr>
      <vt:lpstr>Dicionários</vt:lpstr>
      <vt:lpstr>Apresentação do PowerPoint</vt:lpstr>
      <vt:lpstr>Dicionários</vt:lpstr>
      <vt:lpstr>Apresentação do PowerPoint</vt:lpstr>
      <vt:lpstr>Dicionários</vt:lpstr>
      <vt:lpstr>Apresentação do PowerPoint</vt:lpstr>
      <vt:lpstr>Apresentação do PowerPoint</vt:lpstr>
      <vt:lpstr>Dicionários</vt:lpstr>
      <vt:lpstr>Apresentação do PowerPoint</vt:lpstr>
      <vt:lpstr>Dicionários</vt:lpstr>
      <vt:lpstr>Apresentação do PowerPoint</vt:lpstr>
      <vt:lpstr>Dicionários</vt:lpstr>
      <vt:lpstr>Apresentação do PowerPoint</vt:lpstr>
      <vt:lpstr>Apresentação do PowerPoint</vt:lpstr>
      <vt:lpstr>Dicionários</vt:lpstr>
      <vt:lpstr>Apresentação do PowerPoint</vt:lpstr>
      <vt:lpstr>Apresentação do PowerPoint</vt:lpstr>
      <vt:lpstr>Dicionários</vt:lpstr>
      <vt:lpstr>Apresentação do PowerPoint</vt:lpstr>
      <vt:lpstr>Dicionários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de software para Internet</dc:title>
  <dc:creator>Flávio Waltz</dc:creator>
  <cp:lastModifiedBy>Flávio Waltz</cp:lastModifiedBy>
  <cp:revision>65</cp:revision>
  <dcterms:created xsi:type="dcterms:W3CDTF">2022-08-15T17:51:41Z</dcterms:created>
  <dcterms:modified xsi:type="dcterms:W3CDTF">2025-04-10T10:52:04Z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0x010100CE6371B7FBC9264EBDD394A4B019F8ED</vt:lpwstr>
  </property>
</Properties>
</file>