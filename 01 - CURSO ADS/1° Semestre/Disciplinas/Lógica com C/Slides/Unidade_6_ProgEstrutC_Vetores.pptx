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7.xml" ContentType="application/vnd.openxmlformats-officedocument.presentationml.notesSlide+xml"/>
  <Override PartName="/ppt/notesSlides/notesSlide35.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36.xml" ContentType="application/vnd.openxmlformats-officedocument.presentationml.notes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54"/>
  </p:notesMasterIdLst>
  <p:handoutMasterIdLst>
    <p:handoutMasterId r:id="rId55"/>
  </p:handoutMasterIdLst>
  <p:sldIdLst>
    <p:sldId id="943" r:id="rId2"/>
    <p:sldId id="944" r:id="rId3"/>
    <p:sldId id="899" r:id="rId4"/>
    <p:sldId id="900" r:id="rId5"/>
    <p:sldId id="901" r:id="rId6"/>
    <p:sldId id="902" r:id="rId7"/>
    <p:sldId id="903" r:id="rId8"/>
    <p:sldId id="904" r:id="rId9"/>
    <p:sldId id="905" r:id="rId10"/>
    <p:sldId id="906" r:id="rId11"/>
    <p:sldId id="940" r:id="rId12"/>
    <p:sldId id="907" r:id="rId13"/>
    <p:sldId id="908" r:id="rId14"/>
    <p:sldId id="909" r:id="rId15"/>
    <p:sldId id="913" r:id="rId16"/>
    <p:sldId id="914" r:id="rId17"/>
    <p:sldId id="915" r:id="rId18"/>
    <p:sldId id="916" r:id="rId19"/>
    <p:sldId id="910" r:id="rId20"/>
    <p:sldId id="911" r:id="rId21"/>
    <p:sldId id="912" r:id="rId22"/>
    <p:sldId id="917" r:id="rId23"/>
    <p:sldId id="918" r:id="rId24"/>
    <p:sldId id="919" r:id="rId25"/>
    <p:sldId id="920" r:id="rId26"/>
    <p:sldId id="921" r:id="rId27"/>
    <p:sldId id="922" r:id="rId28"/>
    <p:sldId id="945" r:id="rId29"/>
    <p:sldId id="923" r:id="rId30"/>
    <p:sldId id="924" r:id="rId31"/>
    <p:sldId id="925" r:id="rId32"/>
    <p:sldId id="926" r:id="rId33"/>
    <p:sldId id="946" r:id="rId34"/>
    <p:sldId id="947" r:id="rId35"/>
    <p:sldId id="927" r:id="rId36"/>
    <p:sldId id="928" r:id="rId37"/>
    <p:sldId id="929" r:id="rId38"/>
    <p:sldId id="930" r:id="rId39"/>
    <p:sldId id="931" r:id="rId40"/>
    <p:sldId id="932" r:id="rId41"/>
    <p:sldId id="933" r:id="rId42"/>
    <p:sldId id="948" r:id="rId43"/>
    <p:sldId id="934" r:id="rId44"/>
    <p:sldId id="935" r:id="rId45"/>
    <p:sldId id="936" r:id="rId46"/>
    <p:sldId id="937" r:id="rId47"/>
    <p:sldId id="938" r:id="rId48"/>
    <p:sldId id="939" r:id="rId49"/>
    <p:sldId id="941" r:id="rId50"/>
    <p:sldId id="942" r:id="rId51"/>
    <p:sldId id="949" r:id="rId52"/>
    <p:sldId id="950" r:id="rId53"/>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5pPr>
    <a:lvl6pPr marL="2286000" algn="l" defTabSz="914400" rtl="0" eaLnBrk="1" latinLnBrk="0" hangingPunct="1">
      <a:defRPr kern="1200">
        <a:solidFill>
          <a:schemeClr val="tx1"/>
        </a:solidFill>
        <a:latin typeface="Tahoma" panose="020B0604030504040204" pitchFamily="34" charset="0"/>
        <a:ea typeface="+mn-ea"/>
        <a:cs typeface="+mn-cs"/>
      </a:defRPr>
    </a:lvl6pPr>
    <a:lvl7pPr marL="2743200" algn="l" defTabSz="914400" rtl="0" eaLnBrk="1" latinLnBrk="0" hangingPunct="1">
      <a:defRPr kern="1200">
        <a:solidFill>
          <a:schemeClr val="tx1"/>
        </a:solidFill>
        <a:latin typeface="Tahoma" panose="020B0604030504040204" pitchFamily="34" charset="0"/>
        <a:ea typeface="+mn-ea"/>
        <a:cs typeface="+mn-cs"/>
      </a:defRPr>
    </a:lvl7pPr>
    <a:lvl8pPr marL="3200400" algn="l" defTabSz="914400" rtl="0" eaLnBrk="1" latinLnBrk="0" hangingPunct="1">
      <a:defRPr kern="1200">
        <a:solidFill>
          <a:schemeClr val="tx1"/>
        </a:solidFill>
        <a:latin typeface="Tahoma" panose="020B0604030504040204" pitchFamily="34" charset="0"/>
        <a:ea typeface="+mn-ea"/>
        <a:cs typeface="+mn-cs"/>
      </a:defRPr>
    </a:lvl8pPr>
    <a:lvl9pPr marL="3657600" algn="l" defTabSz="914400" rtl="0" eaLnBrk="1" latinLnBrk="0" hangingPunct="1">
      <a:defRPr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009999"/>
    <a:srgbClr val="009900"/>
    <a:srgbClr val="00E7E2"/>
    <a:srgbClr val="00B0AC"/>
    <a:srgbClr val="BDD2E9"/>
    <a:srgbClr val="A4A4D0"/>
    <a:srgbClr val="ECFB7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212" autoAdjust="0"/>
    <p:restoredTop sz="94394" autoAdjust="0"/>
  </p:normalViewPr>
  <p:slideViewPr>
    <p:cSldViewPr>
      <p:cViewPr varScale="1">
        <p:scale>
          <a:sx n="100" d="100"/>
          <a:sy n="100" d="100"/>
        </p:scale>
        <p:origin x="72" y="120"/>
      </p:cViewPr>
      <p:guideLst>
        <p:guide orient="horz" pos="2160"/>
        <p:guide pos="3840"/>
      </p:guideLst>
    </p:cSldViewPr>
  </p:slideViewPr>
  <p:outlineViewPr>
    <p:cViewPr>
      <p:scale>
        <a:sx n="25" d="100"/>
        <a:sy n="25" d="100"/>
      </p:scale>
      <p:origin x="0" y="0"/>
    </p:cViewPr>
  </p:outlineViewPr>
  <p:notesTextViewPr>
    <p:cViewPr>
      <p:scale>
        <a:sx n="3" d="2"/>
        <a:sy n="3" d="2"/>
      </p:scale>
      <p:origin x="0" y="0"/>
    </p:cViewPr>
  </p:notesTextViewPr>
  <p:sorterViewPr>
    <p:cViewPr>
      <p:scale>
        <a:sx n="75" d="100"/>
        <a:sy n="75" d="100"/>
      </p:scale>
      <p:origin x="0" y="3030"/>
    </p:cViewPr>
  </p:sorterViewPr>
  <p:notesViewPr>
    <p:cSldViewPr>
      <p:cViewPr varScale="1">
        <p:scale>
          <a:sx n="53" d="100"/>
          <a:sy n="53" d="100"/>
        </p:scale>
        <p:origin x="-1842"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customXml" Target="../customXml/item2.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62"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24E5E07A-707E-B0DA-A17E-A5D24BAB10C7}"/>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200">
                <a:effectLst/>
                <a:latin typeface="Times New Roman" pitchFamily="18" charset="0"/>
              </a:defRPr>
            </a:lvl1pPr>
          </a:lstStyle>
          <a:p>
            <a:pPr>
              <a:defRPr/>
            </a:pPr>
            <a:endParaRPr lang="en-US"/>
          </a:p>
        </p:txBody>
      </p:sp>
      <p:sp>
        <p:nvSpPr>
          <p:cNvPr id="22531" name="Rectangle 3">
            <a:extLst>
              <a:ext uri="{FF2B5EF4-FFF2-40B4-BE49-F238E27FC236}">
                <a16:creationId xmlns:a16="http://schemas.microsoft.com/office/drawing/2014/main" id="{D5DD2CD0-3F1B-FEF1-F3F3-B1128FAE54E5}"/>
              </a:ext>
            </a:extLst>
          </p:cNvPr>
          <p:cNvSpPr>
            <a:spLocks noGrp="1" noChangeArrowheads="1"/>
          </p:cNvSpPr>
          <p:nvPr>
            <p:ph type="dt" sz="quarter" idx="1"/>
          </p:nvPr>
        </p:nvSpPr>
        <p:spPr bwMode="auto">
          <a:xfrm>
            <a:off x="388620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200">
                <a:effectLst/>
                <a:latin typeface="Times New Roman" pitchFamily="18" charset="0"/>
              </a:defRPr>
            </a:lvl1pPr>
          </a:lstStyle>
          <a:p>
            <a:pPr>
              <a:defRPr/>
            </a:pPr>
            <a:endParaRPr lang="en-US"/>
          </a:p>
        </p:txBody>
      </p:sp>
      <p:sp>
        <p:nvSpPr>
          <p:cNvPr id="22532" name="Rectangle 4">
            <a:extLst>
              <a:ext uri="{FF2B5EF4-FFF2-40B4-BE49-F238E27FC236}">
                <a16:creationId xmlns:a16="http://schemas.microsoft.com/office/drawing/2014/main" id="{9BC600F3-40CD-7C6F-151E-7D1B2665C2C5}"/>
              </a:ext>
            </a:extLst>
          </p:cNvPr>
          <p:cNvSpPr>
            <a:spLocks noGrp="1" noChangeArrowheads="1"/>
          </p:cNvSpPr>
          <p:nvPr>
            <p:ph type="ftr" sz="quarter" idx="2"/>
          </p:nvPr>
        </p:nvSpPr>
        <p:spPr bwMode="auto">
          <a:xfrm>
            <a:off x="0" y="8686800"/>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200">
                <a:effectLst/>
                <a:latin typeface="Times New Roman" pitchFamily="18" charset="0"/>
              </a:defRPr>
            </a:lvl1pPr>
          </a:lstStyle>
          <a:p>
            <a:pPr>
              <a:defRPr/>
            </a:pPr>
            <a:endParaRPr lang="en-US"/>
          </a:p>
        </p:txBody>
      </p:sp>
      <p:sp>
        <p:nvSpPr>
          <p:cNvPr id="22533" name="Rectangle 5">
            <a:extLst>
              <a:ext uri="{FF2B5EF4-FFF2-40B4-BE49-F238E27FC236}">
                <a16:creationId xmlns:a16="http://schemas.microsoft.com/office/drawing/2014/main" id="{E04D768E-D521-D557-5E24-1C34E72588FF}"/>
              </a:ext>
            </a:extLst>
          </p:cNvPr>
          <p:cNvSpPr>
            <a:spLocks noGrp="1" noChangeArrowheads="1"/>
          </p:cNvSpPr>
          <p:nvPr>
            <p:ph type="sldNum" sz="quarter" idx="3"/>
          </p:nvPr>
        </p:nvSpPr>
        <p:spPr bwMode="auto">
          <a:xfrm>
            <a:off x="3886200" y="8686800"/>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a:latin typeface="Times New Roman" panose="02020603050405020304" pitchFamily="18" charset="0"/>
              </a:defRPr>
            </a:lvl1pPr>
          </a:lstStyle>
          <a:p>
            <a:pPr>
              <a:defRPr/>
            </a:pPr>
            <a:fld id="{2C839E96-307B-4CA6-89D4-2CB012D14299}" type="slidenum">
              <a:rPr lang="en-US" altLang="pt-BR"/>
              <a:pPr>
                <a:defRPr/>
              </a:pPr>
              <a:t>‹nº›</a:t>
            </a:fld>
            <a:endParaRPr lang="en-US" altLang="pt-B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4E6B8C7B-7275-179C-FBB6-409E73DABE1B}"/>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200">
                <a:effectLst/>
                <a:latin typeface="Times New Roman" pitchFamily="18" charset="0"/>
              </a:defRPr>
            </a:lvl1pPr>
          </a:lstStyle>
          <a:p>
            <a:pPr>
              <a:defRPr/>
            </a:pPr>
            <a:endParaRPr lang="en-US"/>
          </a:p>
        </p:txBody>
      </p:sp>
      <p:sp>
        <p:nvSpPr>
          <p:cNvPr id="32771" name="Rectangle 3">
            <a:extLst>
              <a:ext uri="{FF2B5EF4-FFF2-40B4-BE49-F238E27FC236}">
                <a16:creationId xmlns:a16="http://schemas.microsoft.com/office/drawing/2014/main" id="{BAD43B41-80C9-54F9-B090-0A09E35E8C90}"/>
              </a:ext>
            </a:extLst>
          </p:cNvPr>
          <p:cNvSpPr>
            <a:spLocks noGrp="1" noChangeArrowheads="1"/>
          </p:cNvSpPr>
          <p:nvPr>
            <p:ph type="dt" idx="1"/>
          </p:nvPr>
        </p:nvSpPr>
        <p:spPr bwMode="auto">
          <a:xfrm>
            <a:off x="388620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200">
                <a:effectLst/>
                <a:latin typeface="Times New Roman" pitchFamily="18" charset="0"/>
              </a:defRPr>
            </a:lvl1pPr>
          </a:lstStyle>
          <a:p>
            <a:pPr>
              <a:defRPr/>
            </a:pPr>
            <a:endParaRPr lang="en-US"/>
          </a:p>
        </p:txBody>
      </p:sp>
      <p:sp>
        <p:nvSpPr>
          <p:cNvPr id="2052" name="Rectangle 4">
            <a:extLst>
              <a:ext uri="{FF2B5EF4-FFF2-40B4-BE49-F238E27FC236}">
                <a16:creationId xmlns:a16="http://schemas.microsoft.com/office/drawing/2014/main" id="{869C83AC-4387-E298-E972-DCEA60D593CB}"/>
              </a:ext>
            </a:extLst>
          </p:cNvPr>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2773" name="Rectangle 5">
            <a:extLst>
              <a:ext uri="{FF2B5EF4-FFF2-40B4-BE49-F238E27FC236}">
                <a16:creationId xmlns:a16="http://schemas.microsoft.com/office/drawing/2014/main" id="{3049B0E3-55C8-CF5B-FF30-E37CB4BBA7B4}"/>
              </a:ext>
            </a:extLst>
          </p:cNvPr>
          <p:cNvSpPr>
            <a:spLocks noGrp="1" noChangeArrowheads="1"/>
          </p:cNvSpPr>
          <p:nvPr>
            <p:ph type="body" sz="quarter" idx="3"/>
          </p:nvPr>
        </p:nvSpPr>
        <p:spPr bwMode="auto">
          <a:xfrm>
            <a:off x="914400" y="4343400"/>
            <a:ext cx="50292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2774" name="Rectangle 6">
            <a:extLst>
              <a:ext uri="{FF2B5EF4-FFF2-40B4-BE49-F238E27FC236}">
                <a16:creationId xmlns:a16="http://schemas.microsoft.com/office/drawing/2014/main" id="{EDBC239C-6ADC-080C-91FC-5B5AD637FC4B}"/>
              </a:ext>
            </a:extLst>
          </p:cNvPr>
          <p:cNvSpPr>
            <a:spLocks noGrp="1" noChangeArrowheads="1"/>
          </p:cNvSpPr>
          <p:nvPr>
            <p:ph type="ftr" sz="quarter" idx="4"/>
          </p:nvPr>
        </p:nvSpPr>
        <p:spPr bwMode="auto">
          <a:xfrm>
            <a:off x="0" y="8686800"/>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200">
                <a:effectLst/>
                <a:latin typeface="Times New Roman" pitchFamily="18" charset="0"/>
              </a:defRPr>
            </a:lvl1pPr>
          </a:lstStyle>
          <a:p>
            <a:pPr>
              <a:defRPr/>
            </a:pPr>
            <a:endParaRPr lang="en-US"/>
          </a:p>
        </p:txBody>
      </p:sp>
      <p:sp>
        <p:nvSpPr>
          <p:cNvPr id="32775" name="Rectangle 7">
            <a:extLst>
              <a:ext uri="{FF2B5EF4-FFF2-40B4-BE49-F238E27FC236}">
                <a16:creationId xmlns:a16="http://schemas.microsoft.com/office/drawing/2014/main" id="{40BC25C7-8F23-E880-A098-88B8BFC4DE72}"/>
              </a:ext>
            </a:extLst>
          </p:cNvPr>
          <p:cNvSpPr>
            <a:spLocks noGrp="1" noChangeArrowheads="1"/>
          </p:cNvSpPr>
          <p:nvPr>
            <p:ph type="sldNum" sz="quarter" idx="5"/>
          </p:nvPr>
        </p:nvSpPr>
        <p:spPr bwMode="auto">
          <a:xfrm>
            <a:off x="3886200" y="8686800"/>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a:latin typeface="Times New Roman" panose="02020603050405020304" pitchFamily="18" charset="0"/>
              </a:defRPr>
            </a:lvl1pPr>
          </a:lstStyle>
          <a:p>
            <a:pPr>
              <a:defRPr/>
            </a:pPr>
            <a:fld id="{21428050-069E-4A45-96B3-80C9D071FC27}" type="slidenum">
              <a:rPr lang="en-US" altLang="pt-BR"/>
              <a:pPr>
                <a:defRPr/>
              </a:pPr>
              <a:t>‹nº›</a:t>
            </a:fld>
            <a:endParaRPr lang="en-US" altLang="pt-BR"/>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93F900B1-627C-E27B-1371-9D40ADEBDCFD}"/>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89D2248A-435C-4BC4-9801-59919B92D497}" type="slidenum">
              <a:rPr lang="en-US" altLang="pt-BR" smtClean="0">
                <a:latin typeface="Times New Roman" panose="02020603050405020304" pitchFamily="18" charset="0"/>
              </a:rPr>
              <a:pPr/>
              <a:t>1</a:t>
            </a:fld>
            <a:endParaRPr lang="en-US" altLang="pt-BR">
              <a:latin typeface="Times New Roman" panose="02020603050405020304" pitchFamily="18" charset="0"/>
            </a:endParaRPr>
          </a:p>
        </p:txBody>
      </p:sp>
      <p:sp>
        <p:nvSpPr>
          <p:cNvPr id="5123" name="Rectangle 2">
            <a:extLst>
              <a:ext uri="{FF2B5EF4-FFF2-40B4-BE49-F238E27FC236}">
                <a16:creationId xmlns:a16="http://schemas.microsoft.com/office/drawing/2014/main" id="{1B523A10-20D7-518B-62BC-054CE0711E8D}"/>
              </a:ext>
            </a:extLst>
          </p:cNvPr>
          <p:cNvSpPr>
            <a:spLocks noGrp="1" noRot="1" noChangeAspect="1" noChangeArrowheads="1" noTextEdit="1"/>
          </p:cNvSpPr>
          <p:nvPr>
            <p:ph type="sldImg"/>
          </p:nvPr>
        </p:nvSpPr>
        <p:spPr>
          <a:xfrm>
            <a:off x="381000" y="685800"/>
            <a:ext cx="6096000" cy="3429000"/>
          </a:xfrm>
          <a:ln/>
        </p:spPr>
      </p:sp>
      <p:sp>
        <p:nvSpPr>
          <p:cNvPr id="5124" name="Rectangle 3">
            <a:extLst>
              <a:ext uri="{FF2B5EF4-FFF2-40B4-BE49-F238E27FC236}">
                <a16:creationId xmlns:a16="http://schemas.microsoft.com/office/drawing/2014/main" id="{08B1CA9F-A875-18D2-126E-EB7DA51C746B}"/>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ltLang="pt-B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a:extLst>
              <a:ext uri="{FF2B5EF4-FFF2-40B4-BE49-F238E27FC236}">
                <a16:creationId xmlns:a16="http://schemas.microsoft.com/office/drawing/2014/main" id="{CE16CA6C-78E6-C9E7-0995-3D0709F9D853}"/>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B934CCBB-F066-4EFF-A7BD-0F407307E9DA}" type="slidenum">
              <a:rPr lang="en-US" altLang="pt-BR" smtClean="0">
                <a:latin typeface="Times New Roman" panose="02020603050405020304" pitchFamily="18" charset="0"/>
              </a:rPr>
              <a:pPr/>
              <a:t>2</a:t>
            </a:fld>
            <a:endParaRPr lang="en-US" altLang="pt-BR">
              <a:latin typeface="Times New Roman" panose="02020603050405020304" pitchFamily="18" charset="0"/>
            </a:endParaRPr>
          </a:p>
        </p:txBody>
      </p:sp>
      <p:sp>
        <p:nvSpPr>
          <p:cNvPr id="7171" name="Rectangle 2">
            <a:extLst>
              <a:ext uri="{FF2B5EF4-FFF2-40B4-BE49-F238E27FC236}">
                <a16:creationId xmlns:a16="http://schemas.microsoft.com/office/drawing/2014/main" id="{C2B0C154-0EA7-EBF0-2605-02A1650B0276}"/>
              </a:ext>
            </a:extLst>
          </p:cNvPr>
          <p:cNvSpPr>
            <a:spLocks noGrp="1" noRot="1" noChangeAspect="1" noChangeArrowheads="1" noTextEdit="1"/>
          </p:cNvSpPr>
          <p:nvPr>
            <p:ph type="sldImg"/>
          </p:nvPr>
        </p:nvSpPr>
        <p:spPr>
          <a:xfrm>
            <a:off x="381000" y="685800"/>
            <a:ext cx="6096000" cy="3429000"/>
          </a:xfrm>
          <a:ln/>
        </p:spPr>
      </p:sp>
      <p:sp>
        <p:nvSpPr>
          <p:cNvPr id="7172" name="Rectangle 3">
            <a:extLst>
              <a:ext uri="{FF2B5EF4-FFF2-40B4-BE49-F238E27FC236}">
                <a16:creationId xmlns:a16="http://schemas.microsoft.com/office/drawing/2014/main" id="{6C54D460-92AD-79DB-240A-67D837335EED}"/>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ltLang="pt-B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BE2EC2E6-37C7-56B9-FD0C-B7FF09F5C7E1}"/>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01BB1A97-A6EF-4E3E-B1ED-489D5776E44D}" type="slidenum">
              <a:rPr lang="en-US" altLang="pt-BR" smtClean="0">
                <a:latin typeface="Times New Roman" panose="02020603050405020304" pitchFamily="18" charset="0"/>
              </a:rPr>
              <a:pPr/>
              <a:t>3</a:t>
            </a:fld>
            <a:endParaRPr lang="en-US" altLang="pt-BR">
              <a:latin typeface="Times New Roman" panose="02020603050405020304" pitchFamily="18" charset="0"/>
            </a:endParaRPr>
          </a:p>
        </p:txBody>
      </p:sp>
      <p:sp>
        <p:nvSpPr>
          <p:cNvPr id="9219" name="Rectangle 2">
            <a:extLst>
              <a:ext uri="{FF2B5EF4-FFF2-40B4-BE49-F238E27FC236}">
                <a16:creationId xmlns:a16="http://schemas.microsoft.com/office/drawing/2014/main" id="{31CE89F4-D04A-ADAE-AD27-ED8EC316FF24}"/>
              </a:ext>
            </a:extLst>
          </p:cNvPr>
          <p:cNvSpPr>
            <a:spLocks noGrp="1" noRot="1" noChangeAspect="1" noChangeArrowheads="1" noTextEdit="1"/>
          </p:cNvSpPr>
          <p:nvPr>
            <p:ph type="sldImg"/>
          </p:nvPr>
        </p:nvSpPr>
        <p:spPr>
          <a:xfrm>
            <a:off x="381000" y="685800"/>
            <a:ext cx="6096000" cy="3429000"/>
          </a:xfrm>
          <a:ln/>
        </p:spPr>
      </p:sp>
      <p:sp>
        <p:nvSpPr>
          <p:cNvPr id="9220" name="Rectangle 3">
            <a:extLst>
              <a:ext uri="{FF2B5EF4-FFF2-40B4-BE49-F238E27FC236}">
                <a16:creationId xmlns:a16="http://schemas.microsoft.com/office/drawing/2014/main" id="{EC09C7F7-D6BA-06B8-E834-FC033A5A7CF5}"/>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ltLang="pt-B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id="{8369C353-2F20-1E82-13B7-E0E572CEFD33}"/>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DFDA711A-BDBA-44D0-B9E5-158A57901BB2}" type="slidenum">
              <a:rPr lang="en-US" altLang="pt-BR" smtClean="0">
                <a:latin typeface="Times New Roman" panose="02020603050405020304" pitchFamily="18" charset="0"/>
              </a:rPr>
              <a:pPr/>
              <a:t>4</a:t>
            </a:fld>
            <a:endParaRPr lang="en-US" altLang="pt-BR">
              <a:latin typeface="Times New Roman" panose="02020603050405020304" pitchFamily="18" charset="0"/>
            </a:endParaRPr>
          </a:p>
        </p:txBody>
      </p:sp>
      <p:sp>
        <p:nvSpPr>
          <p:cNvPr id="11267" name="Rectangle 2">
            <a:extLst>
              <a:ext uri="{FF2B5EF4-FFF2-40B4-BE49-F238E27FC236}">
                <a16:creationId xmlns:a16="http://schemas.microsoft.com/office/drawing/2014/main" id="{629F67AC-4E99-9624-F08F-7557A6C2774D}"/>
              </a:ext>
            </a:extLst>
          </p:cNvPr>
          <p:cNvSpPr>
            <a:spLocks noGrp="1" noRot="1" noChangeAspect="1" noChangeArrowheads="1" noTextEdit="1"/>
          </p:cNvSpPr>
          <p:nvPr>
            <p:ph type="sldImg"/>
          </p:nvPr>
        </p:nvSpPr>
        <p:spPr>
          <a:xfrm>
            <a:off x="381000" y="685800"/>
            <a:ext cx="6096000" cy="3429000"/>
          </a:xfrm>
          <a:ln/>
        </p:spPr>
      </p:sp>
      <p:sp>
        <p:nvSpPr>
          <p:cNvPr id="11268" name="Rectangle 3">
            <a:extLst>
              <a:ext uri="{FF2B5EF4-FFF2-40B4-BE49-F238E27FC236}">
                <a16:creationId xmlns:a16="http://schemas.microsoft.com/office/drawing/2014/main" id="{E0FB9C61-D9AA-06FF-1097-3FE418A3E7AA}"/>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ltLang="pt-B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a:extLst>
              <a:ext uri="{FF2B5EF4-FFF2-40B4-BE49-F238E27FC236}">
                <a16:creationId xmlns:a16="http://schemas.microsoft.com/office/drawing/2014/main" id="{5FB18719-3C45-F052-B641-F3C300B0A0E0}"/>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7436F8DF-F21A-42A2-B716-3B4A2E6E6951}" type="slidenum">
              <a:rPr lang="en-US" altLang="pt-BR" smtClean="0">
                <a:latin typeface="Times New Roman" panose="02020603050405020304" pitchFamily="18" charset="0"/>
              </a:rPr>
              <a:pPr/>
              <a:t>5</a:t>
            </a:fld>
            <a:endParaRPr lang="en-US" altLang="pt-BR">
              <a:latin typeface="Times New Roman" panose="02020603050405020304" pitchFamily="18" charset="0"/>
            </a:endParaRPr>
          </a:p>
        </p:txBody>
      </p:sp>
      <p:sp>
        <p:nvSpPr>
          <p:cNvPr id="13315" name="Rectangle 2">
            <a:extLst>
              <a:ext uri="{FF2B5EF4-FFF2-40B4-BE49-F238E27FC236}">
                <a16:creationId xmlns:a16="http://schemas.microsoft.com/office/drawing/2014/main" id="{34306754-CF9A-90BF-B066-CA0F0B00D355}"/>
              </a:ext>
            </a:extLst>
          </p:cNvPr>
          <p:cNvSpPr>
            <a:spLocks noGrp="1" noRot="1" noChangeAspect="1" noChangeArrowheads="1" noTextEdit="1"/>
          </p:cNvSpPr>
          <p:nvPr>
            <p:ph type="sldImg"/>
          </p:nvPr>
        </p:nvSpPr>
        <p:spPr>
          <a:xfrm>
            <a:off x="381000" y="685800"/>
            <a:ext cx="6096000" cy="3429000"/>
          </a:xfrm>
          <a:ln/>
        </p:spPr>
      </p:sp>
      <p:sp>
        <p:nvSpPr>
          <p:cNvPr id="13316" name="Rectangle 3">
            <a:extLst>
              <a:ext uri="{FF2B5EF4-FFF2-40B4-BE49-F238E27FC236}">
                <a16:creationId xmlns:a16="http://schemas.microsoft.com/office/drawing/2014/main" id="{6A75A066-D804-4FD1-A39F-39BA142EDC4B}"/>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ltLang="pt-B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id="{DD9C65AA-76C2-A0DB-1B4A-129AE3483576}"/>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A3E65E41-7D9E-47F3-851E-6ECF8E7DA3FC}" type="slidenum">
              <a:rPr lang="en-US" altLang="pt-BR" smtClean="0">
                <a:latin typeface="Times New Roman" panose="02020603050405020304" pitchFamily="18" charset="0"/>
              </a:rPr>
              <a:pPr/>
              <a:t>6</a:t>
            </a:fld>
            <a:endParaRPr lang="en-US" altLang="pt-BR">
              <a:latin typeface="Times New Roman" panose="02020603050405020304" pitchFamily="18" charset="0"/>
            </a:endParaRPr>
          </a:p>
        </p:txBody>
      </p:sp>
      <p:sp>
        <p:nvSpPr>
          <p:cNvPr id="15363" name="Rectangle 2">
            <a:extLst>
              <a:ext uri="{FF2B5EF4-FFF2-40B4-BE49-F238E27FC236}">
                <a16:creationId xmlns:a16="http://schemas.microsoft.com/office/drawing/2014/main" id="{4C92CA40-BEE4-3965-C3DF-C94320CB78D6}"/>
              </a:ext>
            </a:extLst>
          </p:cNvPr>
          <p:cNvSpPr>
            <a:spLocks noGrp="1" noRot="1" noChangeAspect="1" noChangeArrowheads="1" noTextEdit="1"/>
          </p:cNvSpPr>
          <p:nvPr>
            <p:ph type="sldImg"/>
          </p:nvPr>
        </p:nvSpPr>
        <p:spPr>
          <a:xfrm>
            <a:off x="381000" y="685800"/>
            <a:ext cx="6096000" cy="3429000"/>
          </a:xfrm>
          <a:ln/>
        </p:spPr>
      </p:sp>
      <p:sp>
        <p:nvSpPr>
          <p:cNvPr id="15364" name="Rectangle 3">
            <a:extLst>
              <a:ext uri="{FF2B5EF4-FFF2-40B4-BE49-F238E27FC236}">
                <a16:creationId xmlns:a16="http://schemas.microsoft.com/office/drawing/2014/main" id="{410F3F25-E09F-854D-5F43-92942C6B63E7}"/>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ltLang="pt-B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1E37503E-0039-FCEB-20F4-C01CB73096F5}"/>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129B250E-0D77-4420-8F52-B7DE9C9E0929}" type="slidenum">
              <a:rPr lang="en-US" altLang="pt-BR" smtClean="0">
                <a:latin typeface="Times New Roman" panose="02020603050405020304" pitchFamily="18" charset="0"/>
              </a:rPr>
              <a:pPr/>
              <a:t>7</a:t>
            </a:fld>
            <a:endParaRPr lang="en-US" altLang="pt-BR">
              <a:latin typeface="Times New Roman" panose="02020603050405020304" pitchFamily="18" charset="0"/>
            </a:endParaRPr>
          </a:p>
        </p:txBody>
      </p:sp>
      <p:sp>
        <p:nvSpPr>
          <p:cNvPr id="17411" name="Rectangle 2">
            <a:extLst>
              <a:ext uri="{FF2B5EF4-FFF2-40B4-BE49-F238E27FC236}">
                <a16:creationId xmlns:a16="http://schemas.microsoft.com/office/drawing/2014/main" id="{22BAAB1D-50B6-139D-0CFE-074E122CA985}"/>
              </a:ext>
            </a:extLst>
          </p:cNvPr>
          <p:cNvSpPr>
            <a:spLocks noGrp="1" noRot="1" noChangeAspect="1" noChangeArrowheads="1" noTextEdit="1"/>
          </p:cNvSpPr>
          <p:nvPr>
            <p:ph type="sldImg"/>
          </p:nvPr>
        </p:nvSpPr>
        <p:spPr>
          <a:xfrm>
            <a:off x="381000" y="685800"/>
            <a:ext cx="6096000" cy="3429000"/>
          </a:xfrm>
          <a:ln/>
        </p:spPr>
      </p:sp>
      <p:sp>
        <p:nvSpPr>
          <p:cNvPr id="17412" name="Rectangle 3">
            <a:extLst>
              <a:ext uri="{FF2B5EF4-FFF2-40B4-BE49-F238E27FC236}">
                <a16:creationId xmlns:a16="http://schemas.microsoft.com/office/drawing/2014/main" id="{795540DE-03B0-E006-E34B-AAEC7E82D416}"/>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ltLang="pt-B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1F16E2D4-55EC-9802-8754-2F35F826569D}"/>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F24CD9F3-CEFE-4A50-A29E-02FA3589CA5A}" type="slidenum">
              <a:rPr lang="en-US" altLang="pt-BR" smtClean="0">
                <a:latin typeface="Times New Roman" panose="02020603050405020304" pitchFamily="18" charset="0"/>
              </a:rPr>
              <a:pPr/>
              <a:t>8</a:t>
            </a:fld>
            <a:endParaRPr lang="en-US" altLang="pt-BR">
              <a:latin typeface="Times New Roman" panose="02020603050405020304" pitchFamily="18" charset="0"/>
            </a:endParaRPr>
          </a:p>
        </p:txBody>
      </p:sp>
      <p:sp>
        <p:nvSpPr>
          <p:cNvPr id="19459" name="Rectangle 2">
            <a:extLst>
              <a:ext uri="{FF2B5EF4-FFF2-40B4-BE49-F238E27FC236}">
                <a16:creationId xmlns:a16="http://schemas.microsoft.com/office/drawing/2014/main" id="{29E425D9-B3A9-7804-FF65-FA9A8ED803F2}"/>
              </a:ext>
            </a:extLst>
          </p:cNvPr>
          <p:cNvSpPr>
            <a:spLocks noGrp="1" noRot="1" noChangeAspect="1" noChangeArrowheads="1" noTextEdit="1"/>
          </p:cNvSpPr>
          <p:nvPr>
            <p:ph type="sldImg"/>
          </p:nvPr>
        </p:nvSpPr>
        <p:spPr>
          <a:xfrm>
            <a:off x="381000" y="685800"/>
            <a:ext cx="6096000" cy="3429000"/>
          </a:xfrm>
          <a:ln/>
        </p:spPr>
      </p:sp>
      <p:sp>
        <p:nvSpPr>
          <p:cNvPr id="19460" name="Rectangle 3">
            <a:extLst>
              <a:ext uri="{FF2B5EF4-FFF2-40B4-BE49-F238E27FC236}">
                <a16:creationId xmlns:a16="http://schemas.microsoft.com/office/drawing/2014/main" id="{214F59CA-27CB-1D31-C246-D2C26C9997F7}"/>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ltLang="pt-B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a:extLst>
              <a:ext uri="{FF2B5EF4-FFF2-40B4-BE49-F238E27FC236}">
                <a16:creationId xmlns:a16="http://schemas.microsoft.com/office/drawing/2014/main" id="{48129D5A-AD59-18F7-FE40-60A243B88067}"/>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30F846D9-BFE9-44B7-B31D-7D76AF008D8A}" type="slidenum">
              <a:rPr lang="en-US" altLang="pt-BR" smtClean="0">
                <a:latin typeface="Times New Roman" panose="02020603050405020304" pitchFamily="18" charset="0"/>
              </a:rPr>
              <a:pPr/>
              <a:t>9</a:t>
            </a:fld>
            <a:endParaRPr lang="en-US" altLang="pt-BR">
              <a:latin typeface="Times New Roman" panose="02020603050405020304" pitchFamily="18" charset="0"/>
            </a:endParaRPr>
          </a:p>
        </p:txBody>
      </p:sp>
      <p:sp>
        <p:nvSpPr>
          <p:cNvPr id="21507" name="Rectangle 2">
            <a:extLst>
              <a:ext uri="{FF2B5EF4-FFF2-40B4-BE49-F238E27FC236}">
                <a16:creationId xmlns:a16="http://schemas.microsoft.com/office/drawing/2014/main" id="{9D4CCB14-8FFB-AA7C-856E-97B89F83DCCF}"/>
              </a:ext>
            </a:extLst>
          </p:cNvPr>
          <p:cNvSpPr>
            <a:spLocks noGrp="1" noRot="1" noChangeAspect="1" noChangeArrowheads="1" noTextEdit="1"/>
          </p:cNvSpPr>
          <p:nvPr>
            <p:ph type="sldImg"/>
          </p:nvPr>
        </p:nvSpPr>
        <p:spPr>
          <a:xfrm>
            <a:off x="381000" y="685800"/>
            <a:ext cx="6096000" cy="3429000"/>
          </a:xfrm>
          <a:ln/>
        </p:spPr>
      </p:sp>
      <p:sp>
        <p:nvSpPr>
          <p:cNvPr id="21508" name="Rectangle 3">
            <a:extLst>
              <a:ext uri="{FF2B5EF4-FFF2-40B4-BE49-F238E27FC236}">
                <a16:creationId xmlns:a16="http://schemas.microsoft.com/office/drawing/2014/main" id="{AF9DAF51-774A-4332-9F7A-4ACAD3E638AA}"/>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ltLang="pt-B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a:extLst>
              <a:ext uri="{FF2B5EF4-FFF2-40B4-BE49-F238E27FC236}">
                <a16:creationId xmlns:a16="http://schemas.microsoft.com/office/drawing/2014/main" id="{78908762-139E-6FEC-2D4C-A55381434B94}"/>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EC1ED12A-1175-4D8E-82DD-9227DBF94760}" type="slidenum">
              <a:rPr lang="en-US" altLang="pt-BR" smtClean="0">
                <a:latin typeface="Times New Roman" panose="02020603050405020304" pitchFamily="18" charset="0"/>
              </a:rPr>
              <a:pPr/>
              <a:t>10</a:t>
            </a:fld>
            <a:endParaRPr lang="en-US" altLang="pt-BR">
              <a:latin typeface="Times New Roman" panose="02020603050405020304" pitchFamily="18" charset="0"/>
            </a:endParaRPr>
          </a:p>
        </p:txBody>
      </p:sp>
      <p:sp>
        <p:nvSpPr>
          <p:cNvPr id="23555" name="Rectangle 2">
            <a:extLst>
              <a:ext uri="{FF2B5EF4-FFF2-40B4-BE49-F238E27FC236}">
                <a16:creationId xmlns:a16="http://schemas.microsoft.com/office/drawing/2014/main" id="{5480EF2F-F431-A9CC-E410-2AB405798028}"/>
              </a:ext>
            </a:extLst>
          </p:cNvPr>
          <p:cNvSpPr>
            <a:spLocks noGrp="1" noRot="1" noChangeAspect="1" noChangeArrowheads="1" noTextEdit="1"/>
          </p:cNvSpPr>
          <p:nvPr>
            <p:ph type="sldImg"/>
          </p:nvPr>
        </p:nvSpPr>
        <p:spPr>
          <a:xfrm>
            <a:off x="381000" y="685800"/>
            <a:ext cx="6096000" cy="3429000"/>
          </a:xfrm>
          <a:ln/>
        </p:spPr>
      </p:sp>
      <p:sp>
        <p:nvSpPr>
          <p:cNvPr id="23556" name="Rectangle 3">
            <a:extLst>
              <a:ext uri="{FF2B5EF4-FFF2-40B4-BE49-F238E27FC236}">
                <a16:creationId xmlns:a16="http://schemas.microsoft.com/office/drawing/2014/main" id="{988445BB-B75B-C15E-C970-9A146FCAFDB5}"/>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ltLang="pt-B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02046DC4-4356-E053-3671-B86D3FB4AC17}"/>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79634B86-0D36-4A81-8166-FD67213577E9}" type="slidenum">
              <a:rPr lang="en-US" altLang="pt-BR" smtClean="0">
                <a:latin typeface="Times New Roman" panose="02020603050405020304" pitchFamily="18" charset="0"/>
              </a:rPr>
              <a:pPr/>
              <a:t>12</a:t>
            </a:fld>
            <a:endParaRPr lang="en-US" altLang="pt-BR">
              <a:latin typeface="Times New Roman" panose="02020603050405020304" pitchFamily="18" charset="0"/>
            </a:endParaRPr>
          </a:p>
        </p:txBody>
      </p:sp>
      <p:sp>
        <p:nvSpPr>
          <p:cNvPr id="26627" name="Rectangle 2">
            <a:extLst>
              <a:ext uri="{FF2B5EF4-FFF2-40B4-BE49-F238E27FC236}">
                <a16:creationId xmlns:a16="http://schemas.microsoft.com/office/drawing/2014/main" id="{AC5FB9A7-466F-8392-600D-2F565D40EF7F}"/>
              </a:ext>
            </a:extLst>
          </p:cNvPr>
          <p:cNvSpPr>
            <a:spLocks noGrp="1" noRot="1" noChangeAspect="1" noChangeArrowheads="1" noTextEdit="1"/>
          </p:cNvSpPr>
          <p:nvPr>
            <p:ph type="sldImg"/>
          </p:nvPr>
        </p:nvSpPr>
        <p:spPr>
          <a:xfrm>
            <a:off x="381000" y="685800"/>
            <a:ext cx="6096000" cy="3429000"/>
          </a:xfrm>
          <a:ln/>
        </p:spPr>
      </p:sp>
      <p:sp>
        <p:nvSpPr>
          <p:cNvPr id="26628" name="Rectangle 3">
            <a:extLst>
              <a:ext uri="{FF2B5EF4-FFF2-40B4-BE49-F238E27FC236}">
                <a16:creationId xmlns:a16="http://schemas.microsoft.com/office/drawing/2014/main" id="{B0A4441F-EA3C-71F3-187F-4885B44F4E2B}"/>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ltLang="pt-B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B7C3BF05-D1F2-BEC0-9EC0-E2FE04119C69}"/>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907CF11F-F1E0-4852-BE5D-A804787B1A31}" type="slidenum">
              <a:rPr lang="en-US" altLang="pt-BR" smtClean="0">
                <a:latin typeface="Times New Roman" panose="02020603050405020304" pitchFamily="18" charset="0"/>
              </a:rPr>
              <a:pPr/>
              <a:t>13</a:t>
            </a:fld>
            <a:endParaRPr lang="en-US" altLang="pt-BR">
              <a:latin typeface="Times New Roman" panose="02020603050405020304" pitchFamily="18" charset="0"/>
            </a:endParaRPr>
          </a:p>
        </p:txBody>
      </p:sp>
      <p:sp>
        <p:nvSpPr>
          <p:cNvPr id="28675" name="Rectangle 2">
            <a:extLst>
              <a:ext uri="{FF2B5EF4-FFF2-40B4-BE49-F238E27FC236}">
                <a16:creationId xmlns:a16="http://schemas.microsoft.com/office/drawing/2014/main" id="{E425E944-9B25-29C2-86D5-899C1136F616}"/>
              </a:ext>
            </a:extLst>
          </p:cNvPr>
          <p:cNvSpPr>
            <a:spLocks noGrp="1" noRot="1" noChangeAspect="1" noChangeArrowheads="1" noTextEdit="1"/>
          </p:cNvSpPr>
          <p:nvPr>
            <p:ph type="sldImg"/>
          </p:nvPr>
        </p:nvSpPr>
        <p:spPr>
          <a:xfrm>
            <a:off x="381000" y="685800"/>
            <a:ext cx="6096000" cy="3429000"/>
          </a:xfrm>
          <a:ln/>
        </p:spPr>
      </p:sp>
      <p:sp>
        <p:nvSpPr>
          <p:cNvPr id="28676" name="Rectangle 3">
            <a:extLst>
              <a:ext uri="{FF2B5EF4-FFF2-40B4-BE49-F238E27FC236}">
                <a16:creationId xmlns:a16="http://schemas.microsoft.com/office/drawing/2014/main" id="{9E48F71F-A6C5-C826-3488-57D40A2E755A}"/>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ltLang="pt-B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id="{1673906B-9D79-7FB8-BF3B-0624BCEE52A9}"/>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238AD7EE-6637-4C77-9AF0-CAECDB43E574}" type="slidenum">
              <a:rPr lang="en-US" altLang="pt-BR" smtClean="0">
                <a:latin typeface="Times New Roman" panose="02020603050405020304" pitchFamily="18" charset="0"/>
              </a:rPr>
              <a:pPr/>
              <a:t>14</a:t>
            </a:fld>
            <a:endParaRPr lang="en-US" altLang="pt-BR">
              <a:latin typeface="Times New Roman" panose="02020603050405020304" pitchFamily="18" charset="0"/>
            </a:endParaRPr>
          </a:p>
        </p:txBody>
      </p:sp>
      <p:sp>
        <p:nvSpPr>
          <p:cNvPr id="30723" name="Rectangle 2">
            <a:extLst>
              <a:ext uri="{FF2B5EF4-FFF2-40B4-BE49-F238E27FC236}">
                <a16:creationId xmlns:a16="http://schemas.microsoft.com/office/drawing/2014/main" id="{46DAF8B7-1005-8A87-CDEB-1519ABD9620F}"/>
              </a:ext>
            </a:extLst>
          </p:cNvPr>
          <p:cNvSpPr>
            <a:spLocks noGrp="1" noRot="1" noChangeAspect="1" noChangeArrowheads="1" noTextEdit="1"/>
          </p:cNvSpPr>
          <p:nvPr>
            <p:ph type="sldImg"/>
          </p:nvPr>
        </p:nvSpPr>
        <p:spPr>
          <a:xfrm>
            <a:off x="381000" y="685800"/>
            <a:ext cx="6096000" cy="3429000"/>
          </a:xfrm>
          <a:ln/>
        </p:spPr>
      </p:sp>
      <p:sp>
        <p:nvSpPr>
          <p:cNvPr id="30724" name="Rectangle 3">
            <a:extLst>
              <a:ext uri="{FF2B5EF4-FFF2-40B4-BE49-F238E27FC236}">
                <a16:creationId xmlns:a16="http://schemas.microsoft.com/office/drawing/2014/main" id="{8A9BB7BC-B0D8-9650-2341-585CAB9FD87A}"/>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ltLang="pt-B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F0A586E5-BA83-A8E4-CABE-EC58D20B5C89}"/>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263BD149-73CF-489A-B807-49C100338050}" type="slidenum">
              <a:rPr lang="en-US" altLang="pt-BR" smtClean="0">
                <a:latin typeface="Times New Roman" panose="02020603050405020304" pitchFamily="18" charset="0"/>
              </a:rPr>
              <a:pPr/>
              <a:t>15</a:t>
            </a:fld>
            <a:endParaRPr lang="en-US" altLang="pt-BR">
              <a:latin typeface="Times New Roman" panose="02020603050405020304" pitchFamily="18" charset="0"/>
            </a:endParaRPr>
          </a:p>
        </p:txBody>
      </p:sp>
      <p:sp>
        <p:nvSpPr>
          <p:cNvPr id="38915" name="Rectangle 2">
            <a:extLst>
              <a:ext uri="{FF2B5EF4-FFF2-40B4-BE49-F238E27FC236}">
                <a16:creationId xmlns:a16="http://schemas.microsoft.com/office/drawing/2014/main" id="{C05AF041-CA1D-438F-84BF-7FB0EB6E8F30}"/>
              </a:ext>
            </a:extLst>
          </p:cNvPr>
          <p:cNvSpPr>
            <a:spLocks noGrp="1" noRot="1" noChangeAspect="1" noChangeArrowheads="1" noTextEdit="1"/>
          </p:cNvSpPr>
          <p:nvPr>
            <p:ph type="sldImg"/>
          </p:nvPr>
        </p:nvSpPr>
        <p:spPr>
          <a:xfrm>
            <a:off x="381000" y="685800"/>
            <a:ext cx="6096000" cy="3429000"/>
          </a:xfrm>
          <a:ln/>
        </p:spPr>
      </p:sp>
      <p:sp>
        <p:nvSpPr>
          <p:cNvPr id="38916" name="Rectangle 3">
            <a:extLst>
              <a:ext uri="{FF2B5EF4-FFF2-40B4-BE49-F238E27FC236}">
                <a16:creationId xmlns:a16="http://schemas.microsoft.com/office/drawing/2014/main" id="{FFD02648-90F0-8652-E646-90FCF6E234D0}"/>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ltLang="pt-B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3B6D897F-1275-5955-2FB5-26726C4B608C}"/>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64FD1D75-CE24-437C-8196-0CAF42AE5493}" type="slidenum">
              <a:rPr lang="en-US" altLang="pt-BR" smtClean="0">
                <a:latin typeface="Times New Roman" panose="02020603050405020304" pitchFamily="18" charset="0"/>
              </a:rPr>
              <a:pPr/>
              <a:t>16</a:t>
            </a:fld>
            <a:endParaRPr lang="en-US" altLang="pt-BR">
              <a:latin typeface="Times New Roman" panose="02020603050405020304" pitchFamily="18" charset="0"/>
            </a:endParaRPr>
          </a:p>
        </p:txBody>
      </p:sp>
      <p:sp>
        <p:nvSpPr>
          <p:cNvPr id="40963" name="Rectangle 2">
            <a:extLst>
              <a:ext uri="{FF2B5EF4-FFF2-40B4-BE49-F238E27FC236}">
                <a16:creationId xmlns:a16="http://schemas.microsoft.com/office/drawing/2014/main" id="{5414A48E-D450-507F-6924-0C6F7F9C39E5}"/>
              </a:ext>
            </a:extLst>
          </p:cNvPr>
          <p:cNvSpPr>
            <a:spLocks noGrp="1" noRot="1" noChangeAspect="1" noChangeArrowheads="1" noTextEdit="1"/>
          </p:cNvSpPr>
          <p:nvPr>
            <p:ph type="sldImg"/>
          </p:nvPr>
        </p:nvSpPr>
        <p:spPr>
          <a:xfrm>
            <a:off x="381000" y="685800"/>
            <a:ext cx="6096000" cy="3429000"/>
          </a:xfrm>
          <a:ln/>
        </p:spPr>
      </p:sp>
      <p:sp>
        <p:nvSpPr>
          <p:cNvPr id="40964" name="Rectangle 3">
            <a:extLst>
              <a:ext uri="{FF2B5EF4-FFF2-40B4-BE49-F238E27FC236}">
                <a16:creationId xmlns:a16="http://schemas.microsoft.com/office/drawing/2014/main" id="{1A8DC908-F908-50A1-9B14-378016808508}"/>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ltLang="pt-B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FB3AEFE3-3929-C6CE-4102-233999F59B07}"/>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B0BF6241-5A06-4C0D-B0ED-3A2D6C020C0C}" type="slidenum">
              <a:rPr lang="en-US" altLang="pt-BR" smtClean="0">
                <a:latin typeface="Times New Roman" panose="02020603050405020304" pitchFamily="18" charset="0"/>
              </a:rPr>
              <a:pPr/>
              <a:t>17</a:t>
            </a:fld>
            <a:endParaRPr lang="en-US" altLang="pt-BR">
              <a:latin typeface="Times New Roman" panose="02020603050405020304" pitchFamily="18" charset="0"/>
            </a:endParaRPr>
          </a:p>
        </p:txBody>
      </p:sp>
      <p:sp>
        <p:nvSpPr>
          <p:cNvPr id="43011" name="Rectangle 2">
            <a:extLst>
              <a:ext uri="{FF2B5EF4-FFF2-40B4-BE49-F238E27FC236}">
                <a16:creationId xmlns:a16="http://schemas.microsoft.com/office/drawing/2014/main" id="{7E0A76BC-FF41-7A13-2368-8939DF32BF8B}"/>
              </a:ext>
            </a:extLst>
          </p:cNvPr>
          <p:cNvSpPr>
            <a:spLocks noGrp="1" noRot="1" noChangeAspect="1" noChangeArrowheads="1" noTextEdit="1"/>
          </p:cNvSpPr>
          <p:nvPr>
            <p:ph type="sldImg"/>
          </p:nvPr>
        </p:nvSpPr>
        <p:spPr>
          <a:xfrm>
            <a:off x="381000" y="685800"/>
            <a:ext cx="6096000" cy="3429000"/>
          </a:xfrm>
          <a:ln/>
        </p:spPr>
      </p:sp>
      <p:sp>
        <p:nvSpPr>
          <p:cNvPr id="43012" name="Rectangle 3">
            <a:extLst>
              <a:ext uri="{FF2B5EF4-FFF2-40B4-BE49-F238E27FC236}">
                <a16:creationId xmlns:a16="http://schemas.microsoft.com/office/drawing/2014/main" id="{F7BB5809-9EEE-7356-9C24-1EC0A7D73EF8}"/>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ltLang="pt-B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2C5837CC-68F4-A0F8-A3F5-EFA681E930DA}"/>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8DDB5915-5BC4-413A-877D-19B754244ACE}" type="slidenum">
              <a:rPr lang="en-US" altLang="pt-BR" smtClean="0">
                <a:latin typeface="Times New Roman" panose="02020603050405020304" pitchFamily="18" charset="0"/>
              </a:rPr>
              <a:pPr/>
              <a:t>18</a:t>
            </a:fld>
            <a:endParaRPr lang="en-US" altLang="pt-BR">
              <a:latin typeface="Times New Roman" panose="02020603050405020304" pitchFamily="18" charset="0"/>
            </a:endParaRPr>
          </a:p>
        </p:txBody>
      </p:sp>
      <p:sp>
        <p:nvSpPr>
          <p:cNvPr id="45059" name="Rectangle 2">
            <a:extLst>
              <a:ext uri="{FF2B5EF4-FFF2-40B4-BE49-F238E27FC236}">
                <a16:creationId xmlns:a16="http://schemas.microsoft.com/office/drawing/2014/main" id="{A4B4AD65-5E75-9147-6FAC-0B95DD2645E9}"/>
              </a:ext>
            </a:extLst>
          </p:cNvPr>
          <p:cNvSpPr>
            <a:spLocks noGrp="1" noRot="1" noChangeAspect="1" noChangeArrowheads="1" noTextEdit="1"/>
          </p:cNvSpPr>
          <p:nvPr>
            <p:ph type="sldImg"/>
          </p:nvPr>
        </p:nvSpPr>
        <p:spPr>
          <a:xfrm>
            <a:off x="381000" y="685800"/>
            <a:ext cx="6096000" cy="3429000"/>
          </a:xfrm>
          <a:ln/>
        </p:spPr>
      </p:sp>
      <p:sp>
        <p:nvSpPr>
          <p:cNvPr id="45060" name="Rectangle 3">
            <a:extLst>
              <a:ext uri="{FF2B5EF4-FFF2-40B4-BE49-F238E27FC236}">
                <a16:creationId xmlns:a16="http://schemas.microsoft.com/office/drawing/2014/main" id="{7F9C8AC0-DD37-D087-E90C-DDC02B4900CE}"/>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ltLang="pt-B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36BD36A0-2FCC-D40D-A78A-59788E1F64F8}"/>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AB73E598-2B4A-4700-80F7-99E04170B75C}" type="slidenum">
              <a:rPr lang="en-US" altLang="pt-BR" smtClean="0">
                <a:latin typeface="Times New Roman" panose="02020603050405020304" pitchFamily="18" charset="0"/>
              </a:rPr>
              <a:pPr/>
              <a:t>19</a:t>
            </a:fld>
            <a:endParaRPr lang="en-US" altLang="pt-BR">
              <a:latin typeface="Times New Roman" panose="02020603050405020304" pitchFamily="18" charset="0"/>
            </a:endParaRPr>
          </a:p>
        </p:txBody>
      </p:sp>
      <p:sp>
        <p:nvSpPr>
          <p:cNvPr id="32771" name="Rectangle 2">
            <a:extLst>
              <a:ext uri="{FF2B5EF4-FFF2-40B4-BE49-F238E27FC236}">
                <a16:creationId xmlns:a16="http://schemas.microsoft.com/office/drawing/2014/main" id="{151A9EFE-028B-5A1D-2E7E-CCF9E75EF6CC}"/>
              </a:ext>
            </a:extLst>
          </p:cNvPr>
          <p:cNvSpPr>
            <a:spLocks noGrp="1" noRot="1" noChangeAspect="1" noChangeArrowheads="1" noTextEdit="1"/>
          </p:cNvSpPr>
          <p:nvPr>
            <p:ph type="sldImg"/>
          </p:nvPr>
        </p:nvSpPr>
        <p:spPr>
          <a:xfrm>
            <a:off x="381000" y="685800"/>
            <a:ext cx="6096000" cy="3429000"/>
          </a:xfrm>
          <a:ln/>
        </p:spPr>
      </p:sp>
      <p:sp>
        <p:nvSpPr>
          <p:cNvPr id="32772" name="Rectangle 3">
            <a:extLst>
              <a:ext uri="{FF2B5EF4-FFF2-40B4-BE49-F238E27FC236}">
                <a16:creationId xmlns:a16="http://schemas.microsoft.com/office/drawing/2014/main" id="{B41DB3E9-4A51-7C65-B2B1-A0788FF6E0A0}"/>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ltLang="pt-BR"/>
          </a:p>
        </p:txBody>
      </p:sp>
    </p:spTree>
    <p:extLst>
      <p:ext uri="{BB962C8B-B14F-4D97-AF65-F5344CB8AC3E}">
        <p14:creationId xmlns:p14="http://schemas.microsoft.com/office/powerpoint/2010/main" val="6282036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7411638A-1E98-0CA4-8551-468ECB958955}"/>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FA846F0D-75AC-4009-A058-FFD1527F8E9D}" type="slidenum">
              <a:rPr lang="en-US" altLang="pt-BR" smtClean="0">
                <a:latin typeface="Times New Roman" panose="02020603050405020304" pitchFamily="18" charset="0"/>
              </a:rPr>
              <a:pPr/>
              <a:t>20</a:t>
            </a:fld>
            <a:endParaRPr lang="en-US" altLang="pt-BR">
              <a:latin typeface="Times New Roman" panose="02020603050405020304" pitchFamily="18" charset="0"/>
            </a:endParaRPr>
          </a:p>
        </p:txBody>
      </p:sp>
      <p:sp>
        <p:nvSpPr>
          <p:cNvPr id="34819" name="Rectangle 2">
            <a:extLst>
              <a:ext uri="{FF2B5EF4-FFF2-40B4-BE49-F238E27FC236}">
                <a16:creationId xmlns:a16="http://schemas.microsoft.com/office/drawing/2014/main" id="{8E77A81A-2175-979A-3108-62EAA3FC5F5D}"/>
              </a:ext>
            </a:extLst>
          </p:cNvPr>
          <p:cNvSpPr>
            <a:spLocks noGrp="1" noRot="1" noChangeAspect="1" noChangeArrowheads="1" noTextEdit="1"/>
          </p:cNvSpPr>
          <p:nvPr>
            <p:ph type="sldImg"/>
          </p:nvPr>
        </p:nvSpPr>
        <p:spPr>
          <a:xfrm>
            <a:off x="381000" y="685800"/>
            <a:ext cx="6096000" cy="3429000"/>
          </a:xfrm>
          <a:ln/>
        </p:spPr>
      </p:sp>
      <p:sp>
        <p:nvSpPr>
          <p:cNvPr id="34820" name="Rectangle 3">
            <a:extLst>
              <a:ext uri="{FF2B5EF4-FFF2-40B4-BE49-F238E27FC236}">
                <a16:creationId xmlns:a16="http://schemas.microsoft.com/office/drawing/2014/main" id="{B85A018B-CED6-B751-FBA0-B3555300FF68}"/>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ltLang="pt-BR"/>
          </a:p>
        </p:txBody>
      </p:sp>
    </p:spTree>
    <p:extLst>
      <p:ext uri="{BB962C8B-B14F-4D97-AF65-F5344CB8AC3E}">
        <p14:creationId xmlns:p14="http://schemas.microsoft.com/office/powerpoint/2010/main" val="39418688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7F316AD7-8100-09EB-9BE7-1677F422A401}"/>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2C9A5240-50E6-476D-9BD9-BD54D2FC06A3}" type="slidenum">
              <a:rPr lang="en-US" altLang="pt-BR" smtClean="0">
                <a:latin typeface="Times New Roman" panose="02020603050405020304" pitchFamily="18" charset="0"/>
              </a:rPr>
              <a:pPr/>
              <a:t>21</a:t>
            </a:fld>
            <a:endParaRPr lang="en-US" altLang="pt-BR">
              <a:latin typeface="Times New Roman" panose="02020603050405020304" pitchFamily="18" charset="0"/>
            </a:endParaRPr>
          </a:p>
        </p:txBody>
      </p:sp>
      <p:sp>
        <p:nvSpPr>
          <p:cNvPr id="36867" name="Rectangle 2">
            <a:extLst>
              <a:ext uri="{FF2B5EF4-FFF2-40B4-BE49-F238E27FC236}">
                <a16:creationId xmlns:a16="http://schemas.microsoft.com/office/drawing/2014/main" id="{5B2F343A-8E66-C519-E691-BB051CB4CD5B}"/>
              </a:ext>
            </a:extLst>
          </p:cNvPr>
          <p:cNvSpPr>
            <a:spLocks noGrp="1" noRot="1" noChangeAspect="1" noChangeArrowheads="1" noTextEdit="1"/>
          </p:cNvSpPr>
          <p:nvPr>
            <p:ph type="sldImg"/>
          </p:nvPr>
        </p:nvSpPr>
        <p:spPr>
          <a:xfrm>
            <a:off x="381000" y="685800"/>
            <a:ext cx="6096000" cy="3429000"/>
          </a:xfrm>
          <a:ln/>
        </p:spPr>
      </p:sp>
      <p:sp>
        <p:nvSpPr>
          <p:cNvPr id="36868" name="Rectangle 3">
            <a:extLst>
              <a:ext uri="{FF2B5EF4-FFF2-40B4-BE49-F238E27FC236}">
                <a16:creationId xmlns:a16="http://schemas.microsoft.com/office/drawing/2014/main" id="{43D1610D-FCEB-96A4-AA12-085ECADA3119}"/>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ltLang="pt-BR"/>
          </a:p>
        </p:txBody>
      </p:sp>
    </p:spTree>
    <p:extLst>
      <p:ext uri="{BB962C8B-B14F-4D97-AF65-F5344CB8AC3E}">
        <p14:creationId xmlns:p14="http://schemas.microsoft.com/office/powerpoint/2010/main" val="10034636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28E47812-1F67-8841-91BC-DF9A54D58228}"/>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18AC942A-3200-4EC8-9151-B1E7B7973313}" type="slidenum">
              <a:rPr lang="en-US" altLang="pt-BR" smtClean="0">
                <a:latin typeface="Times New Roman" panose="02020603050405020304" pitchFamily="18" charset="0"/>
              </a:rPr>
              <a:pPr/>
              <a:t>22</a:t>
            </a:fld>
            <a:endParaRPr lang="en-US" altLang="pt-BR">
              <a:latin typeface="Times New Roman" panose="02020603050405020304" pitchFamily="18" charset="0"/>
            </a:endParaRPr>
          </a:p>
        </p:txBody>
      </p:sp>
      <p:sp>
        <p:nvSpPr>
          <p:cNvPr id="47107" name="Rectangle 2">
            <a:extLst>
              <a:ext uri="{FF2B5EF4-FFF2-40B4-BE49-F238E27FC236}">
                <a16:creationId xmlns:a16="http://schemas.microsoft.com/office/drawing/2014/main" id="{4E0F2595-C0B9-1CEA-C774-85A24E22B4AA}"/>
              </a:ext>
            </a:extLst>
          </p:cNvPr>
          <p:cNvSpPr>
            <a:spLocks noGrp="1" noRot="1" noChangeAspect="1" noChangeArrowheads="1" noTextEdit="1"/>
          </p:cNvSpPr>
          <p:nvPr>
            <p:ph type="sldImg"/>
          </p:nvPr>
        </p:nvSpPr>
        <p:spPr>
          <a:xfrm>
            <a:off x="381000" y="685800"/>
            <a:ext cx="6096000" cy="3429000"/>
          </a:xfrm>
          <a:ln/>
        </p:spPr>
      </p:sp>
      <p:sp>
        <p:nvSpPr>
          <p:cNvPr id="47108" name="Rectangle 3">
            <a:extLst>
              <a:ext uri="{FF2B5EF4-FFF2-40B4-BE49-F238E27FC236}">
                <a16:creationId xmlns:a16="http://schemas.microsoft.com/office/drawing/2014/main" id="{021DF4C2-DB07-4C0C-7294-C86875A8AE9C}"/>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ltLang="pt-B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FBE9A0E5-48BC-FC0D-D747-84586109F4E6}"/>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1FD2BF55-AC72-4DBD-916D-AB969CC7CE7B}" type="slidenum">
              <a:rPr lang="en-US" altLang="pt-BR" smtClean="0">
                <a:latin typeface="Times New Roman" panose="02020603050405020304" pitchFamily="18" charset="0"/>
              </a:rPr>
              <a:pPr/>
              <a:t>23</a:t>
            </a:fld>
            <a:endParaRPr lang="en-US" altLang="pt-BR">
              <a:latin typeface="Times New Roman" panose="02020603050405020304" pitchFamily="18" charset="0"/>
            </a:endParaRPr>
          </a:p>
        </p:txBody>
      </p:sp>
      <p:sp>
        <p:nvSpPr>
          <p:cNvPr id="49155" name="Rectangle 2">
            <a:extLst>
              <a:ext uri="{FF2B5EF4-FFF2-40B4-BE49-F238E27FC236}">
                <a16:creationId xmlns:a16="http://schemas.microsoft.com/office/drawing/2014/main" id="{0AA98B77-74BC-7E3F-2848-0DC17586308B}"/>
              </a:ext>
            </a:extLst>
          </p:cNvPr>
          <p:cNvSpPr>
            <a:spLocks noGrp="1" noRot="1" noChangeAspect="1" noChangeArrowheads="1" noTextEdit="1"/>
          </p:cNvSpPr>
          <p:nvPr>
            <p:ph type="sldImg"/>
          </p:nvPr>
        </p:nvSpPr>
        <p:spPr>
          <a:xfrm>
            <a:off x="381000" y="685800"/>
            <a:ext cx="6096000" cy="3429000"/>
          </a:xfrm>
          <a:ln/>
        </p:spPr>
      </p:sp>
      <p:sp>
        <p:nvSpPr>
          <p:cNvPr id="49156" name="Rectangle 3">
            <a:extLst>
              <a:ext uri="{FF2B5EF4-FFF2-40B4-BE49-F238E27FC236}">
                <a16:creationId xmlns:a16="http://schemas.microsoft.com/office/drawing/2014/main" id="{3C14F5C3-D773-DD11-626C-8F2C30513EF3}"/>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ltLang="pt-B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B3A6C837-6A82-A74D-071C-13C8E3B46540}"/>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09A8F45E-23BC-4204-9580-BF90C47BA7AF}" type="slidenum">
              <a:rPr lang="en-US" altLang="pt-BR" smtClean="0">
                <a:latin typeface="Times New Roman" panose="02020603050405020304" pitchFamily="18" charset="0"/>
              </a:rPr>
              <a:pPr/>
              <a:t>24</a:t>
            </a:fld>
            <a:endParaRPr lang="en-US" altLang="pt-BR">
              <a:latin typeface="Times New Roman" panose="02020603050405020304" pitchFamily="18" charset="0"/>
            </a:endParaRPr>
          </a:p>
        </p:txBody>
      </p:sp>
      <p:sp>
        <p:nvSpPr>
          <p:cNvPr id="51203" name="Rectangle 2">
            <a:extLst>
              <a:ext uri="{FF2B5EF4-FFF2-40B4-BE49-F238E27FC236}">
                <a16:creationId xmlns:a16="http://schemas.microsoft.com/office/drawing/2014/main" id="{6EA473EE-2702-087E-C3F4-D2CFF4DF851C}"/>
              </a:ext>
            </a:extLst>
          </p:cNvPr>
          <p:cNvSpPr>
            <a:spLocks noGrp="1" noRot="1" noChangeAspect="1" noChangeArrowheads="1" noTextEdit="1"/>
          </p:cNvSpPr>
          <p:nvPr>
            <p:ph type="sldImg"/>
          </p:nvPr>
        </p:nvSpPr>
        <p:spPr>
          <a:xfrm>
            <a:off x="381000" y="685800"/>
            <a:ext cx="6096000" cy="3429000"/>
          </a:xfrm>
          <a:ln/>
        </p:spPr>
      </p:sp>
      <p:sp>
        <p:nvSpPr>
          <p:cNvPr id="51204" name="Rectangle 3">
            <a:extLst>
              <a:ext uri="{FF2B5EF4-FFF2-40B4-BE49-F238E27FC236}">
                <a16:creationId xmlns:a16="http://schemas.microsoft.com/office/drawing/2014/main" id="{E98DB8F8-A90B-5BE0-59CB-4419014C26B9}"/>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ltLang="pt-B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60C675CD-8F6F-8089-52D8-B6EFE0969160}"/>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9D6DFD67-4F32-40D8-9B6B-D9AA4B363AF2}" type="slidenum">
              <a:rPr lang="en-US" altLang="pt-BR" smtClean="0">
                <a:latin typeface="Times New Roman" panose="02020603050405020304" pitchFamily="18" charset="0"/>
              </a:rPr>
              <a:pPr/>
              <a:t>25</a:t>
            </a:fld>
            <a:endParaRPr lang="en-US" altLang="pt-BR">
              <a:latin typeface="Times New Roman" panose="02020603050405020304" pitchFamily="18" charset="0"/>
            </a:endParaRPr>
          </a:p>
        </p:txBody>
      </p:sp>
      <p:sp>
        <p:nvSpPr>
          <p:cNvPr id="53251" name="Rectangle 2">
            <a:extLst>
              <a:ext uri="{FF2B5EF4-FFF2-40B4-BE49-F238E27FC236}">
                <a16:creationId xmlns:a16="http://schemas.microsoft.com/office/drawing/2014/main" id="{9BD01A2C-0D94-CBDD-255E-300D2E83BE1A}"/>
              </a:ext>
            </a:extLst>
          </p:cNvPr>
          <p:cNvSpPr>
            <a:spLocks noGrp="1" noRot="1" noChangeAspect="1" noChangeArrowheads="1" noTextEdit="1"/>
          </p:cNvSpPr>
          <p:nvPr>
            <p:ph type="sldImg"/>
          </p:nvPr>
        </p:nvSpPr>
        <p:spPr>
          <a:xfrm>
            <a:off x="381000" y="685800"/>
            <a:ext cx="6096000" cy="3429000"/>
          </a:xfrm>
          <a:ln/>
        </p:spPr>
      </p:sp>
      <p:sp>
        <p:nvSpPr>
          <p:cNvPr id="53252" name="Rectangle 3">
            <a:extLst>
              <a:ext uri="{FF2B5EF4-FFF2-40B4-BE49-F238E27FC236}">
                <a16:creationId xmlns:a16="http://schemas.microsoft.com/office/drawing/2014/main" id="{02AA3644-50DD-29BE-2B30-0B7F0378B8D5}"/>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ltLang="pt-B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C341249C-9A77-315B-73C4-31EB1C2EE45C}"/>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E954E959-241E-45E6-B74E-C7E28D1992E0}" type="slidenum">
              <a:rPr lang="en-US" altLang="pt-BR" smtClean="0">
                <a:latin typeface="Times New Roman" panose="02020603050405020304" pitchFamily="18" charset="0"/>
              </a:rPr>
              <a:pPr/>
              <a:t>26</a:t>
            </a:fld>
            <a:endParaRPr lang="en-US" altLang="pt-BR">
              <a:latin typeface="Times New Roman" panose="02020603050405020304" pitchFamily="18" charset="0"/>
            </a:endParaRPr>
          </a:p>
        </p:txBody>
      </p:sp>
      <p:sp>
        <p:nvSpPr>
          <p:cNvPr id="55299" name="Rectangle 2">
            <a:extLst>
              <a:ext uri="{FF2B5EF4-FFF2-40B4-BE49-F238E27FC236}">
                <a16:creationId xmlns:a16="http://schemas.microsoft.com/office/drawing/2014/main" id="{B6879A66-9247-0F65-E1B9-4564D53FE903}"/>
              </a:ext>
            </a:extLst>
          </p:cNvPr>
          <p:cNvSpPr>
            <a:spLocks noGrp="1" noRot="1" noChangeAspect="1" noChangeArrowheads="1" noTextEdit="1"/>
          </p:cNvSpPr>
          <p:nvPr>
            <p:ph type="sldImg"/>
          </p:nvPr>
        </p:nvSpPr>
        <p:spPr>
          <a:xfrm>
            <a:off x="381000" y="685800"/>
            <a:ext cx="6096000" cy="3429000"/>
          </a:xfrm>
          <a:ln/>
        </p:spPr>
      </p:sp>
      <p:sp>
        <p:nvSpPr>
          <p:cNvPr id="55300" name="Rectangle 3">
            <a:extLst>
              <a:ext uri="{FF2B5EF4-FFF2-40B4-BE49-F238E27FC236}">
                <a16:creationId xmlns:a16="http://schemas.microsoft.com/office/drawing/2014/main" id="{DDB9A19D-D5DE-50E9-B528-4A91B9FC337F}"/>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ltLang="pt-B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F94C3EDA-DBF4-1F76-80D0-DB674BD39A4E}"/>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5F698DF7-1B69-4638-85CB-E238CA390D7A}" type="slidenum">
              <a:rPr lang="en-US" altLang="pt-BR" smtClean="0">
                <a:latin typeface="Times New Roman" panose="02020603050405020304" pitchFamily="18" charset="0"/>
              </a:rPr>
              <a:pPr/>
              <a:t>27</a:t>
            </a:fld>
            <a:endParaRPr lang="en-US" altLang="pt-BR">
              <a:latin typeface="Times New Roman" panose="02020603050405020304" pitchFamily="18" charset="0"/>
            </a:endParaRPr>
          </a:p>
        </p:txBody>
      </p:sp>
      <p:sp>
        <p:nvSpPr>
          <p:cNvPr id="57347" name="Rectangle 2">
            <a:extLst>
              <a:ext uri="{FF2B5EF4-FFF2-40B4-BE49-F238E27FC236}">
                <a16:creationId xmlns:a16="http://schemas.microsoft.com/office/drawing/2014/main" id="{EED6ED6E-73DC-B677-1FA0-D131CD279E9F}"/>
              </a:ext>
            </a:extLst>
          </p:cNvPr>
          <p:cNvSpPr>
            <a:spLocks noGrp="1" noRot="1" noChangeAspect="1" noChangeArrowheads="1" noTextEdit="1"/>
          </p:cNvSpPr>
          <p:nvPr>
            <p:ph type="sldImg"/>
          </p:nvPr>
        </p:nvSpPr>
        <p:spPr>
          <a:xfrm>
            <a:off x="381000" y="685800"/>
            <a:ext cx="6096000" cy="3429000"/>
          </a:xfrm>
          <a:ln/>
        </p:spPr>
      </p:sp>
      <p:sp>
        <p:nvSpPr>
          <p:cNvPr id="57348" name="Rectangle 3">
            <a:extLst>
              <a:ext uri="{FF2B5EF4-FFF2-40B4-BE49-F238E27FC236}">
                <a16:creationId xmlns:a16="http://schemas.microsoft.com/office/drawing/2014/main" id="{A5FCC099-36AC-F642-348D-E89CEC707571}"/>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ltLang="pt-B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69A1854C-A033-CFF1-1744-9C9A95F0EC2E}"/>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3689C758-8091-476E-8522-E709D2B9B2F0}" type="slidenum">
              <a:rPr lang="en-US" altLang="pt-BR" smtClean="0">
                <a:latin typeface="Times New Roman" panose="02020603050405020304" pitchFamily="18" charset="0"/>
              </a:rPr>
              <a:pPr/>
              <a:t>28</a:t>
            </a:fld>
            <a:endParaRPr lang="en-US" altLang="pt-BR">
              <a:latin typeface="Times New Roman" panose="02020603050405020304" pitchFamily="18" charset="0"/>
            </a:endParaRPr>
          </a:p>
        </p:txBody>
      </p:sp>
      <p:sp>
        <p:nvSpPr>
          <p:cNvPr id="59395" name="Rectangle 2">
            <a:extLst>
              <a:ext uri="{FF2B5EF4-FFF2-40B4-BE49-F238E27FC236}">
                <a16:creationId xmlns:a16="http://schemas.microsoft.com/office/drawing/2014/main" id="{AB119B62-ACFA-564D-09A5-57D3BF69E818}"/>
              </a:ext>
            </a:extLst>
          </p:cNvPr>
          <p:cNvSpPr>
            <a:spLocks noGrp="1" noRot="1" noChangeAspect="1" noChangeArrowheads="1" noTextEdit="1"/>
          </p:cNvSpPr>
          <p:nvPr>
            <p:ph type="sldImg"/>
          </p:nvPr>
        </p:nvSpPr>
        <p:spPr>
          <a:xfrm>
            <a:off x="381000" y="685800"/>
            <a:ext cx="6096000" cy="3429000"/>
          </a:xfrm>
          <a:ln/>
        </p:spPr>
      </p:sp>
      <p:sp>
        <p:nvSpPr>
          <p:cNvPr id="59396" name="Rectangle 3">
            <a:extLst>
              <a:ext uri="{FF2B5EF4-FFF2-40B4-BE49-F238E27FC236}">
                <a16:creationId xmlns:a16="http://schemas.microsoft.com/office/drawing/2014/main" id="{E0A68CF8-0F62-7B56-E6DD-926913762999}"/>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ltLang="pt-B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0A9BD40C-8B03-1ECB-3454-F5CE9C63698E}"/>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D32F8DF8-7012-44B5-AAB7-CC1ECB32AEC6}" type="slidenum">
              <a:rPr lang="en-US" altLang="pt-BR" smtClean="0">
                <a:latin typeface="Times New Roman" panose="02020603050405020304" pitchFamily="18" charset="0"/>
              </a:rPr>
              <a:pPr/>
              <a:t>29</a:t>
            </a:fld>
            <a:endParaRPr lang="en-US" altLang="pt-BR">
              <a:latin typeface="Times New Roman" panose="02020603050405020304" pitchFamily="18" charset="0"/>
            </a:endParaRPr>
          </a:p>
        </p:txBody>
      </p:sp>
      <p:sp>
        <p:nvSpPr>
          <p:cNvPr id="61443" name="Rectangle 2">
            <a:extLst>
              <a:ext uri="{FF2B5EF4-FFF2-40B4-BE49-F238E27FC236}">
                <a16:creationId xmlns:a16="http://schemas.microsoft.com/office/drawing/2014/main" id="{33B3C9C1-F393-B012-0B7E-B303DA95902E}"/>
              </a:ext>
            </a:extLst>
          </p:cNvPr>
          <p:cNvSpPr>
            <a:spLocks noGrp="1" noRot="1" noChangeAspect="1" noChangeArrowheads="1" noTextEdit="1"/>
          </p:cNvSpPr>
          <p:nvPr>
            <p:ph type="sldImg"/>
          </p:nvPr>
        </p:nvSpPr>
        <p:spPr>
          <a:xfrm>
            <a:off x="381000" y="685800"/>
            <a:ext cx="6096000" cy="3429000"/>
          </a:xfrm>
          <a:ln/>
        </p:spPr>
      </p:sp>
      <p:sp>
        <p:nvSpPr>
          <p:cNvPr id="61444" name="Rectangle 3">
            <a:extLst>
              <a:ext uri="{FF2B5EF4-FFF2-40B4-BE49-F238E27FC236}">
                <a16:creationId xmlns:a16="http://schemas.microsoft.com/office/drawing/2014/main" id="{DED533F3-BBB4-CE91-CAE2-E2BDF94D3063}"/>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ltLang="pt-B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5DDBAFD0-258A-16D6-F1BC-9108561CCCAC}"/>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A084FD02-3D5B-4763-A058-3D354360A8C6}" type="slidenum">
              <a:rPr lang="en-US" altLang="pt-BR" smtClean="0">
                <a:latin typeface="Times New Roman" panose="02020603050405020304" pitchFamily="18" charset="0"/>
              </a:rPr>
              <a:pPr/>
              <a:t>30</a:t>
            </a:fld>
            <a:endParaRPr lang="en-US" altLang="pt-BR">
              <a:latin typeface="Times New Roman" panose="02020603050405020304" pitchFamily="18" charset="0"/>
            </a:endParaRPr>
          </a:p>
        </p:txBody>
      </p:sp>
      <p:sp>
        <p:nvSpPr>
          <p:cNvPr id="63491" name="Rectangle 7">
            <a:extLst>
              <a:ext uri="{FF2B5EF4-FFF2-40B4-BE49-F238E27FC236}">
                <a16:creationId xmlns:a16="http://schemas.microsoft.com/office/drawing/2014/main" id="{8BDABD06-6D06-9546-39F1-1CC686EDE0B8}"/>
              </a:ext>
            </a:extLst>
          </p:cNvPr>
          <p:cNvSpPr txBox="1">
            <a:spLocks noGrp="1" noChangeArrowheads="1"/>
          </p:cNvSpPr>
          <p:nvPr/>
        </p:nvSpPr>
        <p:spPr bwMode="auto">
          <a:xfrm>
            <a:off x="4025900" y="9723438"/>
            <a:ext cx="3078163"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75" tIns="49538" rIns="99075" bIns="49538" anchor="b"/>
          <a:lstStyle>
            <a:lvl1pPr defTabSz="990600">
              <a:defRPr>
                <a:solidFill>
                  <a:schemeClr val="tx1"/>
                </a:solidFill>
                <a:latin typeface="Tahoma" panose="020B0604030504040204" pitchFamily="34" charset="0"/>
              </a:defRPr>
            </a:lvl1pPr>
            <a:lvl2pPr marL="804863" indent="-309563" defTabSz="990600">
              <a:defRPr>
                <a:solidFill>
                  <a:schemeClr val="tx1"/>
                </a:solidFill>
                <a:latin typeface="Tahoma" panose="020B0604030504040204" pitchFamily="34" charset="0"/>
              </a:defRPr>
            </a:lvl2pPr>
            <a:lvl3pPr marL="1238250" indent="-247650" defTabSz="990600">
              <a:defRPr>
                <a:solidFill>
                  <a:schemeClr val="tx1"/>
                </a:solidFill>
                <a:latin typeface="Tahoma" panose="020B0604030504040204" pitchFamily="34" charset="0"/>
              </a:defRPr>
            </a:lvl3pPr>
            <a:lvl4pPr marL="1733550" indent="-247650" defTabSz="990600">
              <a:defRPr>
                <a:solidFill>
                  <a:schemeClr val="tx1"/>
                </a:solidFill>
                <a:latin typeface="Tahoma" panose="020B0604030504040204" pitchFamily="34" charset="0"/>
              </a:defRPr>
            </a:lvl4pPr>
            <a:lvl5pPr marL="2228850" indent="-247650" defTabSz="990600">
              <a:defRPr>
                <a:solidFill>
                  <a:schemeClr val="tx1"/>
                </a:solidFill>
                <a:latin typeface="Tahoma" panose="020B0604030504040204" pitchFamily="34" charset="0"/>
              </a:defRPr>
            </a:lvl5pPr>
            <a:lvl6pPr marL="2686050" indent="-247650" defTabSz="990600" eaLnBrk="0" fontAlgn="base" hangingPunct="0">
              <a:spcBef>
                <a:spcPct val="0"/>
              </a:spcBef>
              <a:spcAft>
                <a:spcPct val="0"/>
              </a:spcAft>
              <a:defRPr>
                <a:solidFill>
                  <a:schemeClr val="tx1"/>
                </a:solidFill>
                <a:latin typeface="Tahoma" panose="020B0604030504040204" pitchFamily="34" charset="0"/>
              </a:defRPr>
            </a:lvl6pPr>
            <a:lvl7pPr marL="3143250" indent="-247650" defTabSz="990600" eaLnBrk="0" fontAlgn="base" hangingPunct="0">
              <a:spcBef>
                <a:spcPct val="0"/>
              </a:spcBef>
              <a:spcAft>
                <a:spcPct val="0"/>
              </a:spcAft>
              <a:defRPr>
                <a:solidFill>
                  <a:schemeClr val="tx1"/>
                </a:solidFill>
                <a:latin typeface="Tahoma" panose="020B0604030504040204" pitchFamily="34" charset="0"/>
              </a:defRPr>
            </a:lvl7pPr>
            <a:lvl8pPr marL="3600450" indent="-247650" defTabSz="990600" eaLnBrk="0" fontAlgn="base" hangingPunct="0">
              <a:spcBef>
                <a:spcPct val="0"/>
              </a:spcBef>
              <a:spcAft>
                <a:spcPct val="0"/>
              </a:spcAft>
              <a:defRPr>
                <a:solidFill>
                  <a:schemeClr val="tx1"/>
                </a:solidFill>
                <a:latin typeface="Tahoma" panose="020B0604030504040204" pitchFamily="34" charset="0"/>
              </a:defRPr>
            </a:lvl8pPr>
            <a:lvl9pPr marL="4057650" indent="-247650" defTabSz="990600" eaLnBrk="0" fontAlgn="base" hangingPunct="0">
              <a:spcBef>
                <a:spcPct val="0"/>
              </a:spcBef>
              <a:spcAft>
                <a:spcPct val="0"/>
              </a:spcAft>
              <a:defRPr>
                <a:solidFill>
                  <a:schemeClr val="tx1"/>
                </a:solidFill>
                <a:latin typeface="Tahoma" panose="020B0604030504040204" pitchFamily="34" charset="0"/>
              </a:defRPr>
            </a:lvl9pPr>
          </a:lstStyle>
          <a:p>
            <a:pPr algn="r"/>
            <a:fld id="{ACB1D591-3439-47AC-81DE-175B4EF5D536}" type="slidenum">
              <a:rPr lang="en-US" altLang="pt-BR" sz="1300">
                <a:latin typeface="Times New Roman" panose="02020603050405020304" pitchFamily="18" charset="0"/>
              </a:rPr>
              <a:pPr algn="r"/>
              <a:t>30</a:t>
            </a:fld>
            <a:endParaRPr lang="en-US" altLang="pt-BR" sz="1300">
              <a:latin typeface="Times New Roman" panose="02020603050405020304" pitchFamily="18" charset="0"/>
            </a:endParaRPr>
          </a:p>
        </p:txBody>
      </p:sp>
      <p:sp>
        <p:nvSpPr>
          <p:cNvPr id="63492" name="Rectangle 2">
            <a:extLst>
              <a:ext uri="{FF2B5EF4-FFF2-40B4-BE49-F238E27FC236}">
                <a16:creationId xmlns:a16="http://schemas.microsoft.com/office/drawing/2014/main" id="{02B4B00D-8D6C-28CC-AC48-66F9BFAF274E}"/>
              </a:ext>
            </a:extLst>
          </p:cNvPr>
          <p:cNvSpPr>
            <a:spLocks noGrp="1" noRot="1" noChangeAspect="1" noChangeArrowheads="1" noTextEdit="1"/>
          </p:cNvSpPr>
          <p:nvPr>
            <p:ph type="sldImg"/>
          </p:nvPr>
        </p:nvSpPr>
        <p:spPr>
          <a:xfrm>
            <a:off x="381000" y="685800"/>
            <a:ext cx="6096000" cy="3429000"/>
          </a:xfrm>
          <a:ln/>
        </p:spPr>
      </p:sp>
      <p:sp>
        <p:nvSpPr>
          <p:cNvPr id="63493" name="Rectangle 3">
            <a:extLst>
              <a:ext uri="{FF2B5EF4-FFF2-40B4-BE49-F238E27FC236}">
                <a16:creationId xmlns:a16="http://schemas.microsoft.com/office/drawing/2014/main" id="{12DB674C-9E5E-3635-83DD-28BE51271CD6}"/>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ltLang="pt-B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550E5C66-B671-5A74-BA59-855E4D99E98E}"/>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D7CABEE7-5291-4697-9926-DA58F4343DDB}" type="slidenum">
              <a:rPr lang="en-US" altLang="pt-BR" smtClean="0">
                <a:latin typeface="Times New Roman" panose="02020603050405020304" pitchFamily="18" charset="0"/>
              </a:rPr>
              <a:pPr/>
              <a:t>31</a:t>
            </a:fld>
            <a:endParaRPr lang="en-US" altLang="pt-BR">
              <a:latin typeface="Times New Roman" panose="02020603050405020304" pitchFamily="18" charset="0"/>
            </a:endParaRPr>
          </a:p>
        </p:txBody>
      </p:sp>
      <p:sp>
        <p:nvSpPr>
          <p:cNvPr id="65539" name="Rectangle 7">
            <a:extLst>
              <a:ext uri="{FF2B5EF4-FFF2-40B4-BE49-F238E27FC236}">
                <a16:creationId xmlns:a16="http://schemas.microsoft.com/office/drawing/2014/main" id="{0BBE1164-4436-2E0E-3F2C-827396E02F55}"/>
              </a:ext>
            </a:extLst>
          </p:cNvPr>
          <p:cNvSpPr txBox="1">
            <a:spLocks noGrp="1" noChangeArrowheads="1"/>
          </p:cNvSpPr>
          <p:nvPr/>
        </p:nvSpPr>
        <p:spPr bwMode="auto">
          <a:xfrm>
            <a:off x="4025900" y="9723438"/>
            <a:ext cx="3078163"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75" tIns="49538" rIns="99075" bIns="49538" anchor="b"/>
          <a:lstStyle>
            <a:lvl1pPr defTabSz="990600">
              <a:defRPr>
                <a:solidFill>
                  <a:schemeClr val="tx1"/>
                </a:solidFill>
                <a:latin typeface="Tahoma" panose="020B0604030504040204" pitchFamily="34" charset="0"/>
              </a:defRPr>
            </a:lvl1pPr>
            <a:lvl2pPr marL="804863" indent="-309563" defTabSz="990600">
              <a:defRPr>
                <a:solidFill>
                  <a:schemeClr val="tx1"/>
                </a:solidFill>
                <a:latin typeface="Tahoma" panose="020B0604030504040204" pitchFamily="34" charset="0"/>
              </a:defRPr>
            </a:lvl2pPr>
            <a:lvl3pPr marL="1238250" indent="-247650" defTabSz="990600">
              <a:defRPr>
                <a:solidFill>
                  <a:schemeClr val="tx1"/>
                </a:solidFill>
                <a:latin typeface="Tahoma" panose="020B0604030504040204" pitchFamily="34" charset="0"/>
              </a:defRPr>
            </a:lvl3pPr>
            <a:lvl4pPr marL="1733550" indent="-247650" defTabSz="990600">
              <a:defRPr>
                <a:solidFill>
                  <a:schemeClr val="tx1"/>
                </a:solidFill>
                <a:latin typeface="Tahoma" panose="020B0604030504040204" pitchFamily="34" charset="0"/>
              </a:defRPr>
            </a:lvl4pPr>
            <a:lvl5pPr marL="2228850" indent="-247650" defTabSz="990600">
              <a:defRPr>
                <a:solidFill>
                  <a:schemeClr val="tx1"/>
                </a:solidFill>
                <a:latin typeface="Tahoma" panose="020B0604030504040204" pitchFamily="34" charset="0"/>
              </a:defRPr>
            </a:lvl5pPr>
            <a:lvl6pPr marL="2686050" indent="-247650" defTabSz="990600" eaLnBrk="0" fontAlgn="base" hangingPunct="0">
              <a:spcBef>
                <a:spcPct val="0"/>
              </a:spcBef>
              <a:spcAft>
                <a:spcPct val="0"/>
              </a:spcAft>
              <a:defRPr>
                <a:solidFill>
                  <a:schemeClr val="tx1"/>
                </a:solidFill>
                <a:latin typeface="Tahoma" panose="020B0604030504040204" pitchFamily="34" charset="0"/>
              </a:defRPr>
            </a:lvl6pPr>
            <a:lvl7pPr marL="3143250" indent="-247650" defTabSz="990600" eaLnBrk="0" fontAlgn="base" hangingPunct="0">
              <a:spcBef>
                <a:spcPct val="0"/>
              </a:spcBef>
              <a:spcAft>
                <a:spcPct val="0"/>
              </a:spcAft>
              <a:defRPr>
                <a:solidFill>
                  <a:schemeClr val="tx1"/>
                </a:solidFill>
                <a:latin typeface="Tahoma" panose="020B0604030504040204" pitchFamily="34" charset="0"/>
              </a:defRPr>
            </a:lvl7pPr>
            <a:lvl8pPr marL="3600450" indent="-247650" defTabSz="990600" eaLnBrk="0" fontAlgn="base" hangingPunct="0">
              <a:spcBef>
                <a:spcPct val="0"/>
              </a:spcBef>
              <a:spcAft>
                <a:spcPct val="0"/>
              </a:spcAft>
              <a:defRPr>
                <a:solidFill>
                  <a:schemeClr val="tx1"/>
                </a:solidFill>
                <a:latin typeface="Tahoma" panose="020B0604030504040204" pitchFamily="34" charset="0"/>
              </a:defRPr>
            </a:lvl8pPr>
            <a:lvl9pPr marL="4057650" indent="-247650" defTabSz="990600" eaLnBrk="0" fontAlgn="base" hangingPunct="0">
              <a:spcBef>
                <a:spcPct val="0"/>
              </a:spcBef>
              <a:spcAft>
                <a:spcPct val="0"/>
              </a:spcAft>
              <a:defRPr>
                <a:solidFill>
                  <a:schemeClr val="tx1"/>
                </a:solidFill>
                <a:latin typeface="Tahoma" panose="020B0604030504040204" pitchFamily="34" charset="0"/>
              </a:defRPr>
            </a:lvl9pPr>
          </a:lstStyle>
          <a:p>
            <a:pPr algn="r"/>
            <a:fld id="{02022682-88A4-44F5-955D-03A722F9FB4C}" type="slidenum">
              <a:rPr lang="en-US" altLang="pt-BR" sz="1300">
                <a:latin typeface="Times New Roman" panose="02020603050405020304" pitchFamily="18" charset="0"/>
              </a:rPr>
              <a:pPr algn="r"/>
              <a:t>31</a:t>
            </a:fld>
            <a:endParaRPr lang="en-US" altLang="pt-BR" sz="1300">
              <a:latin typeface="Times New Roman" panose="02020603050405020304" pitchFamily="18" charset="0"/>
            </a:endParaRPr>
          </a:p>
        </p:txBody>
      </p:sp>
      <p:sp>
        <p:nvSpPr>
          <p:cNvPr id="65540" name="Rectangle 2">
            <a:extLst>
              <a:ext uri="{FF2B5EF4-FFF2-40B4-BE49-F238E27FC236}">
                <a16:creationId xmlns:a16="http://schemas.microsoft.com/office/drawing/2014/main" id="{48694623-C0D2-5995-B9CF-5A24A2B661C8}"/>
              </a:ext>
            </a:extLst>
          </p:cNvPr>
          <p:cNvSpPr>
            <a:spLocks noGrp="1" noRot="1" noChangeAspect="1" noChangeArrowheads="1" noTextEdit="1"/>
          </p:cNvSpPr>
          <p:nvPr>
            <p:ph type="sldImg"/>
          </p:nvPr>
        </p:nvSpPr>
        <p:spPr>
          <a:xfrm>
            <a:off x="381000" y="685800"/>
            <a:ext cx="6096000" cy="3429000"/>
          </a:xfrm>
          <a:ln/>
        </p:spPr>
      </p:sp>
      <p:sp>
        <p:nvSpPr>
          <p:cNvPr id="65541" name="Rectangle 3">
            <a:extLst>
              <a:ext uri="{FF2B5EF4-FFF2-40B4-BE49-F238E27FC236}">
                <a16:creationId xmlns:a16="http://schemas.microsoft.com/office/drawing/2014/main" id="{01D7CAB8-0026-7B83-CE31-9EDFD62B15C8}"/>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ltLang="pt-B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E51F9CD6-90A9-8E98-F59F-3809DC41F8B0}"/>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506C55F9-32F8-4185-986A-DF4700FBCFE2}" type="slidenum">
              <a:rPr lang="en-US" altLang="pt-BR" smtClean="0">
                <a:latin typeface="Times New Roman" panose="02020603050405020304" pitchFamily="18" charset="0"/>
              </a:rPr>
              <a:pPr/>
              <a:t>32</a:t>
            </a:fld>
            <a:endParaRPr lang="en-US" altLang="pt-BR">
              <a:latin typeface="Times New Roman" panose="02020603050405020304" pitchFamily="18" charset="0"/>
            </a:endParaRPr>
          </a:p>
        </p:txBody>
      </p:sp>
      <p:sp>
        <p:nvSpPr>
          <p:cNvPr id="67587" name="Rectangle 2">
            <a:extLst>
              <a:ext uri="{FF2B5EF4-FFF2-40B4-BE49-F238E27FC236}">
                <a16:creationId xmlns:a16="http://schemas.microsoft.com/office/drawing/2014/main" id="{3D47CB32-2BFC-31CE-9C57-3AB4726EDBCA}"/>
              </a:ext>
            </a:extLst>
          </p:cNvPr>
          <p:cNvSpPr>
            <a:spLocks noGrp="1" noRot="1" noChangeAspect="1" noChangeArrowheads="1" noTextEdit="1"/>
          </p:cNvSpPr>
          <p:nvPr>
            <p:ph type="sldImg"/>
          </p:nvPr>
        </p:nvSpPr>
        <p:spPr>
          <a:xfrm>
            <a:off x="381000" y="685800"/>
            <a:ext cx="6096000" cy="3429000"/>
          </a:xfrm>
          <a:ln/>
        </p:spPr>
      </p:sp>
      <p:sp>
        <p:nvSpPr>
          <p:cNvPr id="67588" name="Rectangle 3">
            <a:extLst>
              <a:ext uri="{FF2B5EF4-FFF2-40B4-BE49-F238E27FC236}">
                <a16:creationId xmlns:a16="http://schemas.microsoft.com/office/drawing/2014/main" id="{E579C5C9-91F2-D454-FE58-6BBDC841ADE0}"/>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ltLang="pt-B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a:extLst>
              <a:ext uri="{FF2B5EF4-FFF2-40B4-BE49-F238E27FC236}">
                <a16:creationId xmlns:a16="http://schemas.microsoft.com/office/drawing/2014/main" id="{7C8229E3-F07E-DD0D-89FB-F25C0FD5748A}"/>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A0CE1110-FDF9-4512-941B-584174A737A9}" type="slidenum">
              <a:rPr lang="en-US" altLang="pt-BR" smtClean="0">
                <a:latin typeface="Times New Roman" panose="02020603050405020304" pitchFamily="18" charset="0"/>
              </a:rPr>
              <a:pPr/>
              <a:t>36</a:t>
            </a:fld>
            <a:endParaRPr lang="en-US" altLang="pt-BR">
              <a:latin typeface="Times New Roman" panose="02020603050405020304" pitchFamily="18" charset="0"/>
            </a:endParaRPr>
          </a:p>
        </p:txBody>
      </p:sp>
      <p:sp>
        <p:nvSpPr>
          <p:cNvPr id="72707" name="Rectangle 2">
            <a:extLst>
              <a:ext uri="{FF2B5EF4-FFF2-40B4-BE49-F238E27FC236}">
                <a16:creationId xmlns:a16="http://schemas.microsoft.com/office/drawing/2014/main" id="{1F46F3D1-4266-93D2-7FE6-0ECBDE64DEB5}"/>
              </a:ext>
            </a:extLst>
          </p:cNvPr>
          <p:cNvSpPr>
            <a:spLocks noGrp="1" noRot="1" noChangeAspect="1" noChangeArrowheads="1" noTextEdit="1"/>
          </p:cNvSpPr>
          <p:nvPr>
            <p:ph type="sldImg"/>
          </p:nvPr>
        </p:nvSpPr>
        <p:spPr>
          <a:xfrm>
            <a:off x="381000" y="685800"/>
            <a:ext cx="6096000" cy="3429000"/>
          </a:xfrm>
          <a:ln/>
        </p:spPr>
      </p:sp>
      <p:sp>
        <p:nvSpPr>
          <p:cNvPr id="72708" name="Rectangle 3">
            <a:extLst>
              <a:ext uri="{FF2B5EF4-FFF2-40B4-BE49-F238E27FC236}">
                <a16:creationId xmlns:a16="http://schemas.microsoft.com/office/drawing/2014/main" id="{E27F0F78-A30F-9835-DDC3-D364F1C7F3FF}"/>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ltLang="pt-B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a:extLst>
              <a:ext uri="{FF2B5EF4-FFF2-40B4-BE49-F238E27FC236}">
                <a16:creationId xmlns:a16="http://schemas.microsoft.com/office/drawing/2014/main" id="{E5B1EE05-F07C-13F2-DEFC-B8C6B130759D}"/>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4989997D-F1CC-406D-B81D-C2824CD6F6B3}" type="slidenum">
              <a:rPr lang="en-US" altLang="pt-BR" smtClean="0">
                <a:latin typeface="Times New Roman" panose="02020603050405020304" pitchFamily="18" charset="0"/>
              </a:rPr>
              <a:pPr/>
              <a:t>37</a:t>
            </a:fld>
            <a:endParaRPr lang="en-US" altLang="pt-BR">
              <a:latin typeface="Times New Roman" panose="02020603050405020304" pitchFamily="18" charset="0"/>
            </a:endParaRPr>
          </a:p>
        </p:txBody>
      </p:sp>
      <p:sp>
        <p:nvSpPr>
          <p:cNvPr id="74755" name="Rectangle 2">
            <a:extLst>
              <a:ext uri="{FF2B5EF4-FFF2-40B4-BE49-F238E27FC236}">
                <a16:creationId xmlns:a16="http://schemas.microsoft.com/office/drawing/2014/main" id="{C77BEB62-63E6-BE00-0310-EF0F08B476D2}"/>
              </a:ext>
            </a:extLst>
          </p:cNvPr>
          <p:cNvSpPr>
            <a:spLocks noGrp="1" noRot="1" noChangeAspect="1" noChangeArrowheads="1" noTextEdit="1"/>
          </p:cNvSpPr>
          <p:nvPr>
            <p:ph type="sldImg"/>
          </p:nvPr>
        </p:nvSpPr>
        <p:spPr>
          <a:xfrm>
            <a:off x="381000" y="685800"/>
            <a:ext cx="6096000" cy="3429000"/>
          </a:xfrm>
          <a:ln/>
        </p:spPr>
      </p:sp>
      <p:sp>
        <p:nvSpPr>
          <p:cNvPr id="74756" name="Rectangle 3">
            <a:extLst>
              <a:ext uri="{FF2B5EF4-FFF2-40B4-BE49-F238E27FC236}">
                <a16:creationId xmlns:a16="http://schemas.microsoft.com/office/drawing/2014/main" id="{7EACF2B9-1803-7F51-D36F-40F6E3895DE0}"/>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ltLang="pt-B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id="{4DE910D8-3922-7B6C-FE4A-82EF39D67D10}"/>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81DE31A6-5CC8-422C-ACA4-8707599A8962}" type="slidenum">
              <a:rPr lang="en-US" altLang="pt-BR" smtClean="0">
                <a:latin typeface="Times New Roman" panose="02020603050405020304" pitchFamily="18" charset="0"/>
              </a:rPr>
              <a:pPr/>
              <a:t>38</a:t>
            </a:fld>
            <a:endParaRPr lang="en-US" altLang="pt-BR">
              <a:latin typeface="Times New Roman" panose="02020603050405020304" pitchFamily="18" charset="0"/>
            </a:endParaRPr>
          </a:p>
        </p:txBody>
      </p:sp>
      <p:sp>
        <p:nvSpPr>
          <p:cNvPr id="76803" name="Rectangle 2">
            <a:extLst>
              <a:ext uri="{FF2B5EF4-FFF2-40B4-BE49-F238E27FC236}">
                <a16:creationId xmlns:a16="http://schemas.microsoft.com/office/drawing/2014/main" id="{9A25BEF9-C61D-981E-BB98-2A111A94ABAC}"/>
              </a:ext>
            </a:extLst>
          </p:cNvPr>
          <p:cNvSpPr>
            <a:spLocks noGrp="1" noRot="1" noChangeAspect="1" noChangeArrowheads="1" noTextEdit="1"/>
          </p:cNvSpPr>
          <p:nvPr>
            <p:ph type="sldImg"/>
          </p:nvPr>
        </p:nvSpPr>
        <p:spPr>
          <a:xfrm>
            <a:off x="381000" y="685800"/>
            <a:ext cx="6096000" cy="3429000"/>
          </a:xfrm>
          <a:ln/>
        </p:spPr>
      </p:sp>
      <p:sp>
        <p:nvSpPr>
          <p:cNvPr id="76804" name="Rectangle 3">
            <a:extLst>
              <a:ext uri="{FF2B5EF4-FFF2-40B4-BE49-F238E27FC236}">
                <a16:creationId xmlns:a16="http://schemas.microsoft.com/office/drawing/2014/main" id="{05667929-6410-3409-2960-E9C04F48218F}"/>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ltLang="pt-B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7F9314B7-CB2B-13A9-1372-8FBFFF97206D}"/>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91E5057D-1B80-42FF-8165-F4BEACEF3A96}" type="slidenum">
              <a:rPr lang="en-US" altLang="pt-BR" smtClean="0">
                <a:latin typeface="Times New Roman" panose="02020603050405020304" pitchFamily="18" charset="0"/>
              </a:rPr>
              <a:pPr/>
              <a:t>39</a:t>
            </a:fld>
            <a:endParaRPr lang="en-US" altLang="pt-BR">
              <a:latin typeface="Times New Roman" panose="02020603050405020304" pitchFamily="18" charset="0"/>
            </a:endParaRPr>
          </a:p>
        </p:txBody>
      </p:sp>
      <p:sp>
        <p:nvSpPr>
          <p:cNvPr id="78851" name="Rectangle 2">
            <a:extLst>
              <a:ext uri="{FF2B5EF4-FFF2-40B4-BE49-F238E27FC236}">
                <a16:creationId xmlns:a16="http://schemas.microsoft.com/office/drawing/2014/main" id="{AFDB2A99-8199-B652-DDA5-C32BDF319EFA}"/>
              </a:ext>
            </a:extLst>
          </p:cNvPr>
          <p:cNvSpPr>
            <a:spLocks noGrp="1" noRot="1" noChangeAspect="1" noChangeArrowheads="1" noTextEdit="1"/>
          </p:cNvSpPr>
          <p:nvPr>
            <p:ph type="sldImg"/>
          </p:nvPr>
        </p:nvSpPr>
        <p:spPr>
          <a:xfrm>
            <a:off x="381000" y="685800"/>
            <a:ext cx="6096000" cy="3429000"/>
          </a:xfrm>
          <a:ln/>
        </p:spPr>
      </p:sp>
      <p:sp>
        <p:nvSpPr>
          <p:cNvPr id="78852" name="Rectangle 3">
            <a:extLst>
              <a:ext uri="{FF2B5EF4-FFF2-40B4-BE49-F238E27FC236}">
                <a16:creationId xmlns:a16="http://schemas.microsoft.com/office/drawing/2014/main" id="{619F399C-3329-2CE5-593D-36179735C12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ltLang="pt-B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id="{BB43DE4F-A0EE-FBFC-20DC-116FDC247F2E}"/>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AA5B57B9-B3B6-4ABF-880A-2DDE34617F4D}" type="slidenum">
              <a:rPr lang="en-US" altLang="pt-BR" smtClean="0">
                <a:latin typeface="Times New Roman" panose="02020603050405020304" pitchFamily="18" charset="0"/>
              </a:rPr>
              <a:pPr/>
              <a:t>40</a:t>
            </a:fld>
            <a:endParaRPr lang="en-US" altLang="pt-BR">
              <a:latin typeface="Times New Roman" panose="02020603050405020304" pitchFamily="18" charset="0"/>
            </a:endParaRPr>
          </a:p>
        </p:txBody>
      </p:sp>
      <p:sp>
        <p:nvSpPr>
          <p:cNvPr id="80899" name="Rectangle 2">
            <a:extLst>
              <a:ext uri="{FF2B5EF4-FFF2-40B4-BE49-F238E27FC236}">
                <a16:creationId xmlns:a16="http://schemas.microsoft.com/office/drawing/2014/main" id="{25D5C44B-72FC-A215-AF5C-133B138897EF}"/>
              </a:ext>
            </a:extLst>
          </p:cNvPr>
          <p:cNvSpPr>
            <a:spLocks noGrp="1" noRot="1" noChangeAspect="1" noChangeArrowheads="1" noTextEdit="1"/>
          </p:cNvSpPr>
          <p:nvPr>
            <p:ph type="sldImg"/>
          </p:nvPr>
        </p:nvSpPr>
        <p:spPr>
          <a:xfrm>
            <a:off x="381000" y="685800"/>
            <a:ext cx="6096000" cy="3429000"/>
          </a:xfrm>
          <a:ln/>
        </p:spPr>
      </p:sp>
      <p:sp>
        <p:nvSpPr>
          <p:cNvPr id="80900" name="Rectangle 3">
            <a:extLst>
              <a:ext uri="{FF2B5EF4-FFF2-40B4-BE49-F238E27FC236}">
                <a16:creationId xmlns:a16="http://schemas.microsoft.com/office/drawing/2014/main" id="{09C3254B-5AF3-0BF1-275C-1EBFEE24D207}"/>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ltLang="pt-B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a:extLst>
              <a:ext uri="{FF2B5EF4-FFF2-40B4-BE49-F238E27FC236}">
                <a16:creationId xmlns:a16="http://schemas.microsoft.com/office/drawing/2014/main" id="{EB51FBF2-7691-FBF4-049F-A9743BACE1C1}"/>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5FABB82E-5588-40A8-9A84-0E03775F9A07}" type="slidenum">
              <a:rPr lang="en-US" altLang="pt-BR" smtClean="0">
                <a:latin typeface="Times New Roman" panose="02020603050405020304" pitchFamily="18" charset="0"/>
              </a:rPr>
              <a:pPr/>
              <a:t>41</a:t>
            </a:fld>
            <a:endParaRPr lang="en-US" altLang="pt-BR">
              <a:latin typeface="Times New Roman" panose="02020603050405020304" pitchFamily="18" charset="0"/>
            </a:endParaRPr>
          </a:p>
        </p:txBody>
      </p:sp>
      <p:sp>
        <p:nvSpPr>
          <p:cNvPr id="82947" name="Rectangle 2">
            <a:extLst>
              <a:ext uri="{FF2B5EF4-FFF2-40B4-BE49-F238E27FC236}">
                <a16:creationId xmlns:a16="http://schemas.microsoft.com/office/drawing/2014/main" id="{DB553BA9-7E4E-C3D3-4C8D-0E1BE1233CD8}"/>
              </a:ext>
            </a:extLst>
          </p:cNvPr>
          <p:cNvSpPr>
            <a:spLocks noGrp="1" noRot="1" noChangeAspect="1" noChangeArrowheads="1" noTextEdit="1"/>
          </p:cNvSpPr>
          <p:nvPr>
            <p:ph type="sldImg"/>
          </p:nvPr>
        </p:nvSpPr>
        <p:spPr>
          <a:xfrm>
            <a:off x="381000" y="685800"/>
            <a:ext cx="6096000" cy="3429000"/>
          </a:xfrm>
          <a:ln/>
        </p:spPr>
      </p:sp>
      <p:sp>
        <p:nvSpPr>
          <p:cNvPr id="82948" name="Rectangle 3">
            <a:extLst>
              <a:ext uri="{FF2B5EF4-FFF2-40B4-BE49-F238E27FC236}">
                <a16:creationId xmlns:a16="http://schemas.microsoft.com/office/drawing/2014/main" id="{59783352-6277-0C3B-2898-BDA2F4DCFF00}"/>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ltLang="pt-B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a:extLst>
              <a:ext uri="{FF2B5EF4-FFF2-40B4-BE49-F238E27FC236}">
                <a16:creationId xmlns:a16="http://schemas.microsoft.com/office/drawing/2014/main" id="{4935C0C5-D69C-6C24-CA96-ED369E561330}"/>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17DB6F61-6F00-49BC-BF30-EE709CD7C20C}" type="slidenum">
              <a:rPr lang="en-US" altLang="pt-BR" smtClean="0">
                <a:latin typeface="Times New Roman" panose="02020603050405020304" pitchFamily="18" charset="0"/>
              </a:rPr>
              <a:pPr/>
              <a:t>43</a:t>
            </a:fld>
            <a:endParaRPr lang="en-US" altLang="pt-BR">
              <a:latin typeface="Times New Roman" panose="02020603050405020304" pitchFamily="18" charset="0"/>
            </a:endParaRPr>
          </a:p>
        </p:txBody>
      </p:sp>
      <p:sp>
        <p:nvSpPr>
          <p:cNvPr id="86019" name="Rectangle 2">
            <a:extLst>
              <a:ext uri="{FF2B5EF4-FFF2-40B4-BE49-F238E27FC236}">
                <a16:creationId xmlns:a16="http://schemas.microsoft.com/office/drawing/2014/main" id="{605B2D63-E01F-8FA1-DBDA-EB3442C9DED6}"/>
              </a:ext>
            </a:extLst>
          </p:cNvPr>
          <p:cNvSpPr>
            <a:spLocks noGrp="1" noRot="1" noChangeAspect="1" noChangeArrowheads="1" noTextEdit="1"/>
          </p:cNvSpPr>
          <p:nvPr>
            <p:ph type="sldImg"/>
          </p:nvPr>
        </p:nvSpPr>
        <p:spPr>
          <a:xfrm>
            <a:off x="381000" y="685800"/>
            <a:ext cx="6096000" cy="3429000"/>
          </a:xfrm>
          <a:ln/>
        </p:spPr>
      </p:sp>
      <p:sp>
        <p:nvSpPr>
          <p:cNvPr id="86020" name="Rectangle 3">
            <a:extLst>
              <a:ext uri="{FF2B5EF4-FFF2-40B4-BE49-F238E27FC236}">
                <a16:creationId xmlns:a16="http://schemas.microsoft.com/office/drawing/2014/main" id="{94F88907-A822-959F-896D-BD004BABB8E0}"/>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ltLang="pt-B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id="{09A5B542-489A-35AA-5A45-DCDCAB52D2C8}"/>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A2AFD50E-F927-4DC2-A635-DF98EF9220E5}" type="slidenum">
              <a:rPr lang="en-US" altLang="pt-BR" smtClean="0">
                <a:latin typeface="Times New Roman" panose="02020603050405020304" pitchFamily="18" charset="0"/>
              </a:rPr>
              <a:pPr/>
              <a:t>44</a:t>
            </a:fld>
            <a:endParaRPr lang="en-US" altLang="pt-BR">
              <a:latin typeface="Times New Roman" panose="02020603050405020304" pitchFamily="18" charset="0"/>
            </a:endParaRPr>
          </a:p>
        </p:txBody>
      </p:sp>
      <p:sp>
        <p:nvSpPr>
          <p:cNvPr id="88067" name="Rectangle 2">
            <a:extLst>
              <a:ext uri="{FF2B5EF4-FFF2-40B4-BE49-F238E27FC236}">
                <a16:creationId xmlns:a16="http://schemas.microsoft.com/office/drawing/2014/main" id="{4CDA9104-3860-A960-B32A-6E2454B91C40}"/>
              </a:ext>
            </a:extLst>
          </p:cNvPr>
          <p:cNvSpPr>
            <a:spLocks noGrp="1" noRot="1" noChangeAspect="1" noChangeArrowheads="1" noTextEdit="1"/>
          </p:cNvSpPr>
          <p:nvPr>
            <p:ph type="sldImg"/>
          </p:nvPr>
        </p:nvSpPr>
        <p:spPr>
          <a:xfrm>
            <a:off x="381000" y="685800"/>
            <a:ext cx="6096000" cy="3429000"/>
          </a:xfrm>
          <a:ln/>
        </p:spPr>
      </p:sp>
      <p:sp>
        <p:nvSpPr>
          <p:cNvPr id="88068" name="Rectangle 3">
            <a:extLst>
              <a:ext uri="{FF2B5EF4-FFF2-40B4-BE49-F238E27FC236}">
                <a16:creationId xmlns:a16="http://schemas.microsoft.com/office/drawing/2014/main" id="{92F5F0EF-2601-D217-1C02-6AC5CBF25454}"/>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ltLang="pt-B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914400" y="2130426"/>
            <a:ext cx="10363200" cy="1470025"/>
          </a:xfrm>
        </p:spPr>
        <p:txBody>
          <a:bodyPr/>
          <a:lstStyle/>
          <a:p>
            <a:r>
              <a:rPr lang="pt-BR"/>
              <a:t>Clique para editar o título mestre</a:t>
            </a:r>
          </a:p>
        </p:txBody>
      </p:sp>
      <p:sp>
        <p:nvSpPr>
          <p:cNvPr id="3" name="Subtítulo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pt-BR"/>
              <a:t>Clique para editar o estilo do subtítulo mestre</a:t>
            </a:r>
          </a:p>
        </p:txBody>
      </p:sp>
      <p:sp>
        <p:nvSpPr>
          <p:cNvPr id="4" name="Rectangle 4">
            <a:extLst>
              <a:ext uri="{FF2B5EF4-FFF2-40B4-BE49-F238E27FC236}">
                <a16:creationId xmlns:a16="http://schemas.microsoft.com/office/drawing/2014/main" id="{4732A9CC-DF08-E51B-34FD-37C25EFCA316}"/>
              </a:ext>
            </a:extLst>
          </p:cNvPr>
          <p:cNvSpPr>
            <a:spLocks noGrp="1" noChangeArrowheads="1"/>
          </p:cNvSpPr>
          <p:nvPr>
            <p:ph type="dt" sz="half" idx="10"/>
          </p:nvPr>
        </p:nvSpPr>
        <p:spPr>
          <a:ln/>
        </p:spPr>
        <p:txBody>
          <a:bodyPr/>
          <a:lstStyle>
            <a:lvl1pPr>
              <a:defRPr/>
            </a:lvl1pPr>
          </a:lstStyle>
          <a:p>
            <a:pPr>
              <a:defRPr/>
            </a:pPr>
            <a:endParaRPr lang="pt-BR"/>
          </a:p>
        </p:txBody>
      </p:sp>
      <p:sp>
        <p:nvSpPr>
          <p:cNvPr id="5" name="Rectangle 5">
            <a:extLst>
              <a:ext uri="{FF2B5EF4-FFF2-40B4-BE49-F238E27FC236}">
                <a16:creationId xmlns:a16="http://schemas.microsoft.com/office/drawing/2014/main" id="{0063D940-5270-2303-6C04-59129180E8EF}"/>
              </a:ext>
            </a:extLst>
          </p:cNvPr>
          <p:cNvSpPr>
            <a:spLocks noGrp="1" noChangeArrowheads="1"/>
          </p:cNvSpPr>
          <p:nvPr>
            <p:ph type="ftr" sz="quarter" idx="11"/>
          </p:nvPr>
        </p:nvSpPr>
        <p:spPr>
          <a:ln/>
        </p:spPr>
        <p:txBody>
          <a:bodyPr/>
          <a:lstStyle>
            <a:lvl1pPr>
              <a:defRPr/>
            </a:lvl1pPr>
          </a:lstStyle>
          <a:p>
            <a:pPr>
              <a:defRPr/>
            </a:pPr>
            <a:endParaRPr lang="pt-BR"/>
          </a:p>
        </p:txBody>
      </p:sp>
      <p:sp>
        <p:nvSpPr>
          <p:cNvPr id="6" name="Rectangle 6">
            <a:extLst>
              <a:ext uri="{FF2B5EF4-FFF2-40B4-BE49-F238E27FC236}">
                <a16:creationId xmlns:a16="http://schemas.microsoft.com/office/drawing/2014/main" id="{66FC3E3B-DD14-1188-4CA1-438385BBF4E2}"/>
              </a:ext>
            </a:extLst>
          </p:cNvPr>
          <p:cNvSpPr>
            <a:spLocks noGrp="1" noChangeArrowheads="1"/>
          </p:cNvSpPr>
          <p:nvPr>
            <p:ph type="sldNum" sz="quarter" idx="12"/>
          </p:nvPr>
        </p:nvSpPr>
        <p:spPr>
          <a:ln/>
        </p:spPr>
        <p:txBody>
          <a:bodyPr/>
          <a:lstStyle>
            <a:lvl1pPr>
              <a:defRPr/>
            </a:lvl1pPr>
          </a:lstStyle>
          <a:p>
            <a:pPr>
              <a:defRPr/>
            </a:pPr>
            <a:fld id="{F6C57A8F-271E-47A2-A933-26A770774F23}" type="slidenum">
              <a:rPr lang="pt-BR" altLang="pt-BR"/>
              <a:pPr>
                <a:defRPr/>
              </a:pPr>
              <a:t>‹nº›</a:t>
            </a:fld>
            <a:endParaRPr lang="pt-BR" altLang="pt-BR"/>
          </a:p>
        </p:txBody>
      </p:sp>
    </p:spTree>
    <p:extLst>
      <p:ext uri="{BB962C8B-B14F-4D97-AF65-F5344CB8AC3E}">
        <p14:creationId xmlns:p14="http://schemas.microsoft.com/office/powerpoint/2010/main" val="8624843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Conteúdo 2"/>
          <p:cNvSpPr>
            <a:spLocks noGrp="1"/>
          </p:cNvSpPr>
          <p:nvPr>
            <p:ph idx="1"/>
          </p:nvPr>
        </p:nvSpPr>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Rectangle 4">
            <a:extLst>
              <a:ext uri="{FF2B5EF4-FFF2-40B4-BE49-F238E27FC236}">
                <a16:creationId xmlns:a16="http://schemas.microsoft.com/office/drawing/2014/main" id="{CB7687A6-D6A5-B7A6-427F-82D105A1C1FD}"/>
              </a:ext>
            </a:extLst>
          </p:cNvPr>
          <p:cNvSpPr>
            <a:spLocks noGrp="1" noChangeArrowheads="1"/>
          </p:cNvSpPr>
          <p:nvPr>
            <p:ph type="dt" sz="half" idx="10"/>
          </p:nvPr>
        </p:nvSpPr>
        <p:spPr>
          <a:ln/>
        </p:spPr>
        <p:txBody>
          <a:bodyPr/>
          <a:lstStyle>
            <a:lvl1pPr>
              <a:defRPr/>
            </a:lvl1pPr>
          </a:lstStyle>
          <a:p>
            <a:pPr>
              <a:defRPr/>
            </a:pPr>
            <a:endParaRPr lang="pt-BR"/>
          </a:p>
        </p:txBody>
      </p:sp>
      <p:sp>
        <p:nvSpPr>
          <p:cNvPr id="5" name="Rectangle 5">
            <a:extLst>
              <a:ext uri="{FF2B5EF4-FFF2-40B4-BE49-F238E27FC236}">
                <a16:creationId xmlns:a16="http://schemas.microsoft.com/office/drawing/2014/main" id="{6AF76994-D4B0-5606-28E4-1E9CB0C97671}"/>
              </a:ext>
            </a:extLst>
          </p:cNvPr>
          <p:cNvSpPr>
            <a:spLocks noGrp="1" noChangeArrowheads="1"/>
          </p:cNvSpPr>
          <p:nvPr>
            <p:ph type="ftr" sz="quarter" idx="11"/>
          </p:nvPr>
        </p:nvSpPr>
        <p:spPr>
          <a:ln/>
        </p:spPr>
        <p:txBody>
          <a:bodyPr/>
          <a:lstStyle>
            <a:lvl1pPr>
              <a:defRPr/>
            </a:lvl1pPr>
          </a:lstStyle>
          <a:p>
            <a:pPr>
              <a:defRPr/>
            </a:pPr>
            <a:endParaRPr lang="pt-BR"/>
          </a:p>
        </p:txBody>
      </p:sp>
      <p:sp>
        <p:nvSpPr>
          <p:cNvPr id="6" name="Rectangle 6">
            <a:extLst>
              <a:ext uri="{FF2B5EF4-FFF2-40B4-BE49-F238E27FC236}">
                <a16:creationId xmlns:a16="http://schemas.microsoft.com/office/drawing/2014/main" id="{0775BA62-F7B7-D8D5-2772-7D512B230A79}"/>
              </a:ext>
            </a:extLst>
          </p:cNvPr>
          <p:cNvSpPr>
            <a:spLocks noGrp="1" noChangeArrowheads="1"/>
          </p:cNvSpPr>
          <p:nvPr>
            <p:ph type="sldNum" sz="quarter" idx="12"/>
          </p:nvPr>
        </p:nvSpPr>
        <p:spPr>
          <a:ln/>
        </p:spPr>
        <p:txBody>
          <a:bodyPr/>
          <a:lstStyle>
            <a:lvl1pPr>
              <a:defRPr/>
            </a:lvl1pPr>
          </a:lstStyle>
          <a:p>
            <a:pPr>
              <a:defRPr/>
            </a:pPr>
            <a:fld id="{FC4A4473-6965-4000-BAFE-B5F75073226F}" type="slidenum">
              <a:rPr lang="pt-BR" altLang="pt-BR"/>
              <a:pPr>
                <a:defRPr/>
              </a:pPr>
              <a:t>‹nº›</a:t>
            </a:fld>
            <a:endParaRPr lang="pt-BR" altLang="pt-BR"/>
          </a:p>
        </p:txBody>
      </p:sp>
    </p:spTree>
    <p:extLst>
      <p:ext uri="{BB962C8B-B14F-4D97-AF65-F5344CB8AC3E}">
        <p14:creationId xmlns:p14="http://schemas.microsoft.com/office/powerpoint/2010/main" val="11366267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963084" y="4406901"/>
            <a:ext cx="10363200" cy="1362075"/>
          </a:xfrm>
        </p:spPr>
        <p:txBody>
          <a:bodyPr anchor="t"/>
          <a:lstStyle>
            <a:lvl1pPr algn="l">
              <a:defRPr sz="4000" b="1" cap="all"/>
            </a:lvl1pPr>
          </a:lstStyle>
          <a:p>
            <a:r>
              <a:rPr lang="pt-BR"/>
              <a:t>Clique para editar o título mestre</a:t>
            </a:r>
          </a:p>
        </p:txBody>
      </p:sp>
      <p:sp>
        <p:nvSpPr>
          <p:cNvPr id="3" name="Espaço Reservado para Texto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pt-BR"/>
              <a:t>Clique para editar o texto mestre</a:t>
            </a:r>
          </a:p>
        </p:txBody>
      </p:sp>
      <p:sp>
        <p:nvSpPr>
          <p:cNvPr id="4" name="Rectangle 4">
            <a:extLst>
              <a:ext uri="{FF2B5EF4-FFF2-40B4-BE49-F238E27FC236}">
                <a16:creationId xmlns:a16="http://schemas.microsoft.com/office/drawing/2014/main" id="{B5AD0E11-6642-12E3-146F-99B42D969549}"/>
              </a:ext>
            </a:extLst>
          </p:cNvPr>
          <p:cNvSpPr>
            <a:spLocks noGrp="1" noChangeArrowheads="1"/>
          </p:cNvSpPr>
          <p:nvPr>
            <p:ph type="dt" sz="half" idx="10"/>
          </p:nvPr>
        </p:nvSpPr>
        <p:spPr>
          <a:ln/>
        </p:spPr>
        <p:txBody>
          <a:bodyPr/>
          <a:lstStyle>
            <a:lvl1pPr>
              <a:defRPr/>
            </a:lvl1pPr>
          </a:lstStyle>
          <a:p>
            <a:pPr>
              <a:defRPr/>
            </a:pPr>
            <a:endParaRPr lang="pt-BR"/>
          </a:p>
        </p:txBody>
      </p:sp>
      <p:sp>
        <p:nvSpPr>
          <p:cNvPr id="5" name="Rectangle 5">
            <a:extLst>
              <a:ext uri="{FF2B5EF4-FFF2-40B4-BE49-F238E27FC236}">
                <a16:creationId xmlns:a16="http://schemas.microsoft.com/office/drawing/2014/main" id="{D38BB868-717B-E5CA-B42C-5A9D4BA48174}"/>
              </a:ext>
            </a:extLst>
          </p:cNvPr>
          <p:cNvSpPr>
            <a:spLocks noGrp="1" noChangeArrowheads="1"/>
          </p:cNvSpPr>
          <p:nvPr>
            <p:ph type="ftr" sz="quarter" idx="11"/>
          </p:nvPr>
        </p:nvSpPr>
        <p:spPr>
          <a:ln/>
        </p:spPr>
        <p:txBody>
          <a:bodyPr/>
          <a:lstStyle>
            <a:lvl1pPr>
              <a:defRPr/>
            </a:lvl1pPr>
          </a:lstStyle>
          <a:p>
            <a:pPr>
              <a:defRPr/>
            </a:pPr>
            <a:endParaRPr lang="pt-BR"/>
          </a:p>
        </p:txBody>
      </p:sp>
      <p:sp>
        <p:nvSpPr>
          <p:cNvPr id="6" name="Rectangle 6">
            <a:extLst>
              <a:ext uri="{FF2B5EF4-FFF2-40B4-BE49-F238E27FC236}">
                <a16:creationId xmlns:a16="http://schemas.microsoft.com/office/drawing/2014/main" id="{68BAF62A-551A-8E3C-8DD7-9F8C5F7D3485}"/>
              </a:ext>
            </a:extLst>
          </p:cNvPr>
          <p:cNvSpPr>
            <a:spLocks noGrp="1" noChangeArrowheads="1"/>
          </p:cNvSpPr>
          <p:nvPr>
            <p:ph type="sldNum" sz="quarter" idx="12"/>
          </p:nvPr>
        </p:nvSpPr>
        <p:spPr>
          <a:ln/>
        </p:spPr>
        <p:txBody>
          <a:bodyPr/>
          <a:lstStyle>
            <a:lvl1pPr>
              <a:defRPr/>
            </a:lvl1pPr>
          </a:lstStyle>
          <a:p>
            <a:pPr>
              <a:defRPr/>
            </a:pPr>
            <a:fld id="{605622CE-2A12-4683-88D7-BD8129098D2C}" type="slidenum">
              <a:rPr lang="pt-BR" altLang="pt-BR"/>
              <a:pPr>
                <a:defRPr/>
              </a:pPr>
              <a:t>‹nº›</a:t>
            </a:fld>
            <a:endParaRPr lang="pt-BR" altLang="pt-BR"/>
          </a:p>
        </p:txBody>
      </p:sp>
    </p:spTree>
    <p:extLst>
      <p:ext uri="{BB962C8B-B14F-4D97-AF65-F5344CB8AC3E}">
        <p14:creationId xmlns:p14="http://schemas.microsoft.com/office/powerpoint/2010/main" val="20590941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Conteúdo 2"/>
          <p:cNvSpPr>
            <a:spLocks noGrp="1"/>
          </p:cNvSpPr>
          <p:nvPr>
            <p:ph sz="half" idx="1"/>
          </p:nvPr>
        </p:nvSpPr>
        <p:spPr>
          <a:xfrm>
            <a:off x="609600" y="1412875"/>
            <a:ext cx="5384800" cy="46085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p:cNvSpPr>
            <a:spLocks noGrp="1"/>
          </p:cNvSpPr>
          <p:nvPr>
            <p:ph sz="half" idx="2"/>
          </p:nvPr>
        </p:nvSpPr>
        <p:spPr>
          <a:xfrm>
            <a:off x="6197600" y="1412875"/>
            <a:ext cx="5384800" cy="46085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Rectangle 4">
            <a:extLst>
              <a:ext uri="{FF2B5EF4-FFF2-40B4-BE49-F238E27FC236}">
                <a16:creationId xmlns:a16="http://schemas.microsoft.com/office/drawing/2014/main" id="{AD8E3EB0-2F0B-803B-D5C2-2D054F0295BC}"/>
              </a:ext>
            </a:extLst>
          </p:cNvPr>
          <p:cNvSpPr>
            <a:spLocks noGrp="1" noChangeArrowheads="1"/>
          </p:cNvSpPr>
          <p:nvPr>
            <p:ph type="dt" sz="half" idx="10"/>
          </p:nvPr>
        </p:nvSpPr>
        <p:spPr>
          <a:ln/>
        </p:spPr>
        <p:txBody>
          <a:bodyPr/>
          <a:lstStyle>
            <a:lvl1pPr>
              <a:defRPr/>
            </a:lvl1pPr>
          </a:lstStyle>
          <a:p>
            <a:pPr>
              <a:defRPr/>
            </a:pPr>
            <a:endParaRPr lang="pt-BR"/>
          </a:p>
        </p:txBody>
      </p:sp>
      <p:sp>
        <p:nvSpPr>
          <p:cNvPr id="6" name="Rectangle 5">
            <a:extLst>
              <a:ext uri="{FF2B5EF4-FFF2-40B4-BE49-F238E27FC236}">
                <a16:creationId xmlns:a16="http://schemas.microsoft.com/office/drawing/2014/main" id="{D5B3D670-6F99-7C40-4BE7-3D489FD60AE3}"/>
              </a:ext>
            </a:extLst>
          </p:cNvPr>
          <p:cNvSpPr>
            <a:spLocks noGrp="1" noChangeArrowheads="1"/>
          </p:cNvSpPr>
          <p:nvPr>
            <p:ph type="ftr" sz="quarter" idx="11"/>
          </p:nvPr>
        </p:nvSpPr>
        <p:spPr>
          <a:ln/>
        </p:spPr>
        <p:txBody>
          <a:bodyPr/>
          <a:lstStyle>
            <a:lvl1pPr>
              <a:defRPr/>
            </a:lvl1pPr>
          </a:lstStyle>
          <a:p>
            <a:pPr>
              <a:defRPr/>
            </a:pPr>
            <a:endParaRPr lang="pt-BR"/>
          </a:p>
        </p:txBody>
      </p:sp>
      <p:sp>
        <p:nvSpPr>
          <p:cNvPr id="7" name="Rectangle 6">
            <a:extLst>
              <a:ext uri="{FF2B5EF4-FFF2-40B4-BE49-F238E27FC236}">
                <a16:creationId xmlns:a16="http://schemas.microsoft.com/office/drawing/2014/main" id="{E9195912-1DA0-9D0E-A5F9-7B827C3837BD}"/>
              </a:ext>
            </a:extLst>
          </p:cNvPr>
          <p:cNvSpPr>
            <a:spLocks noGrp="1" noChangeArrowheads="1"/>
          </p:cNvSpPr>
          <p:nvPr>
            <p:ph type="sldNum" sz="quarter" idx="12"/>
          </p:nvPr>
        </p:nvSpPr>
        <p:spPr>
          <a:ln/>
        </p:spPr>
        <p:txBody>
          <a:bodyPr/>
          <a:lstStyle>
            <a:lvl1pPr>
              <a:defRPr/>
            </a:lvl1pPr>
          </a:lstStyle>
          <a:p>
            <a:pPr>
              <a:defRPr/>
            </a:pPr>
            <a:fld id="{708E9132-7B69-4C18-B922-D7F42B7A1016}" type="slidenum">
              <a:rPr lang="pt-BR" altLang="pt-BR"/>
              <a:pPr>
                <a:defRPr/>
              </a:pPr>
              <a:t>‹nº›</a:t>
            </a:fld>
            <a:endParaRPr lang="pt-BR" altLang="pt-BR"/>
          </a:p>
        </p:txBody>
      </p:sp>
    </p:spTree>
    <p:extLst>
      <p:ext uri="{BB962C8B-B14F-4D97-AF65-F5344CB8AC3E}">
        <p14:creationId xmlns:p14="http://schemas.microsoft.com/office/powerpoint/2010/main" val="12717017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a:xfrm>
            <a:off x="609600" y="274638"/>
            <a:ext cx="10972800" cy="1143000"/>
          </a:xfrm>
        </p:spPr>
        <p:txBody>
          <a:bodyPr/>
          <a:lstStyle>
            <a:lvl1pPr>
              <a:defRPr/>
            </a:lvl1pPr>
          </a:lstStyle>
          <a:p>
            <a:r>
              <a:rPr lang="pt-BR"/>
              <a:t>Clique para editar o título mestre</a:t>
            </a:r>
          </a:p>
        </p:txBody>
      </p:sp>
      <p:sp>
        <p:nvSpPr>
          <p:cNvPr id="3" name="Espaço Reservado para Texto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4" name="Espaço Reservado para Conteúdo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6" name="Espaço Reservado para Conteúdo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Rectangle 4">
            <a:extLst>
              <a:ext uri="{FF2B5EF4-FFF2-40B4-BE49-F238E27FC236}">
                <a16:creationId xmlns:a16="http://schemas.microsoft.com/office/drawing/2014/main" id="{85BA75B7-1C62-BF4C-371E-6D95A3A61E29}"/>
              </a:ext>
            </a:extLst>
          </p:cNvPr>
          <p:cNvSpPr>
            <a:spLocks noGrp="1" noChangeArrowheads="1"/>
          </p:cNvSpPr>
          <p:nvPr>
            <p:ph type="dt" sz="half" idx="10"/>
          </p:nvPr>
        </p:nvSpPr>
        <p:spPr>
          <a:ln/>
        </p:spPr>
        <p:txBody>
          <a:bodyPr/>
          <a:lstStyle>
            <a:lvl1pPr>
              <a:defRPr/>
            </a:lvl1pPr>
          </a:lstStyle>
          <a:p>
            <a:pPr>
              <a:defRPr/>
            </a:pPr>
            <a:endParaRPr lang="pt-BR"/>
          </a:p>
        </p:txBody>
      </p:sp>
      <p:sp>
        <p:nvSpPr>
          <p:cNvPr id="8" name="Rectangle 5">
            <a:extLst>
              <a:ext uri="{FF2B5EF4-FFF2-40B4-BE49-F238E27FC236}">
                <a16:creationId xmlns:a16="http://schemas.microsoft.com/office/drawing/2014/main" id="{A5B0924B-646A-5F99-DB60-4E12690DE7EA}"/>
              </a:ext>
            </a:extLst>
          </p:cNvPr>
          <p:cNvSpPr>
            <a:spLocks noGrp="1" noChangeArrowheads="1"/>
          </p:cNvSpPr>
          <p:nvPr>
            <p:ph type="ftr" sz="quarter" idx="11"/>
          </p:nvPr>
        </p:nvSpPr>
        <p:spPr>
          <a:ln/>
        </p:spPr>
        <p:txBody>
          <a:bodyPr/>
          <a:lstStyle>
            <a:lvl1pPr>
              <a:defRPr/>
            </a:lvl1pPr>
          </a:lstStyle>
          <a:p>
            <a:pPr>
              <a:defRPr/>
            </a:pPr>
            <a:endParaRPr lang="pt-BR"/>
          </a:p>
        </p:txBody>
      </p:sp>
      <p:sp>
        <p:nvSpPr>
          <p:cNvPr id="9" name="Rectangle 6">
            <a:extLst>
              <a:ext uri="{FF2B5EF4-FFF2-40B4-BE49-F238E27FC236}">
                <a16:creationId xmlns:a16="http://schemas.microsoft.com/office/drawing/2014/main" id="{F14DFE91-F741-DA25-6802-A1B4A4D07A2F}"/>
              </a:ext>
            </a:extLst>
          </p:cNvPr>
          <p:cNvSpPr>
            <a:spLocks noGrp="1" noChangeArrowheads="1"/>
          </p:cNvSpPr>
          <p:nvPr>
            <p:ph type="sldNum" sz="quarter" idx="12"/>
          </p:nvPr>
        </p:nvSpPr>
        <p:spPr>
          <a:ln/>
        </p:spPr>
        <p:txBody>
          <a:bodyPr/>
          <a:lstStyle>
            <a:lvl1pPr>
              <a:defRPr/>
            </a:lvl1pPr>
          </a:lstStyle>
          <a:p>
            <a:pPr>
              <a:defRPr/>
            </a:pPr>
            <a:fld id="{3682C35E-CA0D-4F81-9D41-11753A1F0EA6}" type="slidenum">
              <a:rPr lang="pt-BR" altLang="pt-BR"/>
              <a:pPr>
                <a:defRPr/>
              </a:pPr>
              <a:t>‹nº›</a:t>
            </a:fld>
            <a:endParaRPr lang="pt-BR" altLang="pt-BR"/>
          </a:p>
        </p:txBody>
      </p:sp>
    </p:spTree>
    <p:extLst>
      <p:ext uri="{BB962C8B-B14F-4D97-AF65-F5344CB8AC3E}">
        <p14:creationId xmlns:p14="http://schemas.microsoft.com/office/powerpoint/2010/main" val="31507129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Rectangle 4">
            <a:extLst>
              <a:ext uri="{FF2B5EF4-FFF2-40B4-BE49-F238E27FC236}">
                <a16:creationId xmlns:a16="http://schemas.microsoft.com/office/drawing/2014/main" id="{911B136F-3A7F-717D-2E6E-45384291C1D1}"/>
              </a:ext>
            </a:extLst>
          </p:cNvPr>
          <p:cNvSpPr>
            <a:spLocks noGrp="1" noChangeArrowheads="1"/>
          </p:cNvSpPr>
          <p:nvPr>
            <p:ph type="dt" sz="half" idx="10"/>
          </p:nvPr>
        </p:nvSpPr>
        <p:spPr>
          <a:ln/>
        </p:spPr>
        <p:txBody>
          <a:bodyPr/>
          <a:lstStyle>
            <a:lvl1pPr>
              <a:defRPr/>
            </a:lvl1pPr>
          </a:lstStyle>
          <a:p>
            <a:pPr>
              <a:defRPr/>
            </a:pPr>
            <a:endParaRPr lang="pt-BR"/>
          </a:p>
        </p:txBody>
      </p:sp>
      <p:sp>
        <p:nvSpPr>
          <p:cNvPr id="4" name="Rectangle 5">
            <a:extLst>
              <a:ext uri="{FF2B5EF4-FFF2-40B4-BE49-F238E27FC236}">
                <a16:creationId xmlns:a16="http://schemas.microsoft.com/office/drawing/2014/main" id="{EC804DFA-56C5-669E-5B3C-32EF5F930271}"/>
              </a:ext>
            </a:extLst>
          </p:cNvPr>
          <p:cNvSpPr>
            <a:spLocks noGrp="1" noChangeArrowheads="1"/>
          </p:cNvSpPr>
          <p:nvPr>
            <p:ph type="ftr" sz="quarter" idx="11"/>
          </p:nvPr>
        </p:nvSpPr>
        <p:spPr>
          <a:ln/>
        </p:spPr>
        <p:txBody>
          <a:bodyPr/>
          <a:lstStyle>
            <a:lvl1pPr>
              <a:defRPr/>
            </a:lvl1pPr>
          </a:lstStyle>
          <a:p>
            <a:pPr>
              <a:defRPr/>
            </a:pPr>
            <a:endParaRPr lang="pt-BR"/>
          </a:p>
        </p:txBody>
      </p:sp>
      <p:sp>
        <p:nvSpPr>
          <p:cNvPr id="5" name="Rectangle 6">
            <a:extLst>
              <a:ext uri="{FF2B5EF4-FFF2-40B4-BE49-F238E27FC236}">
                <a16:creationId xmlns:a16="http://schemas.microsoft.com/office/drawing/2014/main" id="{0AF30DD6-E8D2-7EA0-D3BB-C89EEE88196D}"/>
              </a:ext>
            </a:extLst>
          </p:cNvPr>
          <p:cNvSpPr>
            <a:spLocks noGrp="1" noChangeArrowheads="1"/>
          </p:cNvSpPr>
          <p:nvPr>
            <p:ph type="sldNum" sz="quarter" idx="12"/>
          </p:nvPr>
        </p:nvSpPr>
        <p:spPr>
          <a:ln/>
        </p:spPr>
        <p:txBody>
          <a:bodyPr/>
          <a:lstStyle>
            <a:lvl1pPr>
              <a:defRPr/>
            </a:lvl1pPr>
          </a:lstStyle>
          <a:p>
            <a:pPr>
              <a:defRPr/>
            </a:pPr>
            <a:fld id="{A322E283-6572-4FCF-9606-1E707A36B913}" type="slidenum">
              <a:rPr lang="pt-BR" altLang="pt-BR"/>
              <a:pPr>
                <a:defRPr/>
              </a:pPr>
              <a:t>‹nº›</a:t>
            </a:fld>
            <a:endParaRPr lang="pt-BR" altLang="pt-BR"/>
          </a:p>
        </p:txBody>
      </p:sp>
    </p:spTree>
    <p:extLst>
      <p:ext uri="{BB962C8B-B14F-4D97-AF65-F5344CB8AC3E}">
        <p14:creationId xmlns:p14="http://schemas.microsoft.com/office/powerpoint/2010/main" val="37935033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FA2D5BC-8BEC-4BE7-EE1C-A6CB93C853D0}"/>
              </a:ext>
            </a:extLst>
          </p:cNvPr>
          <p:cNvSpPr>
            <a:spLocks noGrp="1" noChangeArrowheads="1"/>
          </p:cNvSpPr>
          <p:nvPr>
            <p:ph type="dt" sz="half" idx="10"/>
          </p:nvPr>
        </p:nvSpPr>
        <p:spPr>
          <a:ln/>
        </p:spPr>
        <p:txBody>
          <a:bodyPr/>
          <a:lstStyle>
            <a:lvl1pPr>
              <a:defRPr/>
            </a:lvl1pPr>
          </a:lstStyle>
          <a:p>
            <a:pPr>
              <a:defRPr/>
            </a:pPr>
            <a:endParaRPr lang="pt-BR"/>
          </a:p>
        </p:txBody>
      </p:sp>
      <p:sp>
        <p:nvSpPr>
          <p:cNvPr id="3" name="Rectangle 5">
            <a:extLst>
              <a:ext uri="{FF2B5EF4-FFF2-40B4-BE49-F238E27FC236}">
                <a16:creationId xmlns:a16="http://schemas.microsoft.com/office/drawing/2014/main" id="{C8D80A08-AB68-73A7-DB99-87A3BA21622D}"/>
              </a:ext>
            </a:extLst>
          </p:cNvPr>
          <p:cNvSpPr>
            <a:spLocks noGrp="1" noChangeArrowheads="1"/>
          </p:cNvSpPr>
          <p:nvPr>
            <p:ph type="ftr" sz="quarter" idx="11"/>
          </p:nvPr>
        </p:nvSpPr>
        <p:spPr>
          <a:ln/>
        </p:spPr>
        <p:txBody>
          <a:bodyPr/>
          <a:lstStyle>
            <a:lvl1pPr>
              <a:defRPr/>
            </a:lvl1pPr>
          </a:lstStyle>
          <a:p>
            <a:pPr>
              <a:defRPr/>
            </a:pPr>
            <a:endParaRPr lang="pt-BR"/>
          </a:p>
        </p:txBody>
      </p:sp>
      <p:sp>
        <p:nvSpPr>
          <p:cNvPr id="4" name="Rectangle 6">
            <a:extLst>
              <a:ext uri="{FF2B5EF4-FFF2-40B4-BE49-F238E27FC236}">
                <a16:creationId xmlns:a16="http://schemas.microsoft.com/office/drawing/2014/main" id="{85EB13B8-1FD8-EC78-0676-645AEDA3B192}"/>
              </a:ext>
            </a:extLst>
          </p:cNvPr>
          <p:cNvSpPr>
            <a:spLocks noGrp="1" noChangeArrowheads="1"/>
          </p:cNvSpPr>
          <p:nvPr>
            <p:ph type="sldNum" sz="quarter" idx="12"/>
          </p:nvPr>
        </p:nvSpPr>
        <p:spPr>
          <a:ln/>
        </p:spPr>
        <p:txBody>
          <a:bodyPr/>
          <a:lstStyle>
            <a:lvl1pPr>
              <a:defRPr/>
            </a:lvl1pPr>
          </a:lstStyle>
          <a:p>
            <a:pPr>
              <a:defRPr/>
            </a:pPr>
            <a:fld id="{4C774A18-D5B6-4777-89CA-158455C2BCCA}" type="slidenum">
              <a:rPr lang="pt-BR" altLang="pt-BR"/>
              <a:pPr>
                <a:defRPr/>
              </a:pPr>
              <a:t>‹nº›</a:t>
            </a:fld>
            <a:endParaRPr lang="pt-BR" altLang="pt-BR"/>
          </a:p>
        </p:txBody>
      </p:sp>
    </p:spTree>
    <p:extLst>
      <p:ext uri="{BB962C8B-B14F-4D97-AF65-F5344CB8AC3E}">
        <p14:creationId xmlns:p14="http://schemas.microsoft.com/office/powerpoint/2010/main" val="39821256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609601" y="273050"/>
            <a:ext cx="4011084" cy="1162050"/>
          </a:xfrm>
        </p:spPr>
        <p:txBody>
          <a:bodyPr anchor="b"/>
          <a:lstStyle>
            <a:lvl1pPr algn="l">
              <a:defRPr sz="2000" b="1"/>
            </a:lvl1pPr>
          </a:lstStyle>
          <a:p>
            <a:r>
              <a:rPr lang="pt-BR"/>
              <a:t>Clique para editar o título mestre</a:t>
            </a:r>
          </a:p>
        </p:txBody>
      </p:sp>
      <p:sp>
        <p:nvSpPr>
          <p:cNvPr id="3" name="Espaço Reservado para Conteúdo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 texto mestre</a:t>
            </a:r>
          </a:p>
        </p:txBody>
      </p:sp>
      <p:sp>
        <p:nvSpPr>
          <p:cNvPr id="5" name="Rectangle 4">
            <a:extLst>
              <a:ext uri="{FF2B5EF4-FFF2-40B4-BE49-F238E27FC236}">
                <a16:creationId xmlns:a16="http://schemas.microsoft.com/office/drawing/2014/main" id="{93B2357B-7E5A-D0DA-D9BF-8F649889A244}"/>
              </a:ext>
            </a:extLst>
          </p:cNvPr>
          <p:cNvSpPr>
            <a:spLocks noGrp="1" noChangeArrowheads="1"/>
          </p:cNvSpPr>
          <p:nvPr>
            <p:ph type="dt" sz="half" idx="10"/>
          </p:nvPr>
        </p:nvSpPr>
        <p:spPr>
          <a:ln/>
        </p:spPr>
        <p:txBody>
          <a:bodyPr/>
          <a:lstStyle>
            <a:lvl1pPr>
              <a:defRPr/>
            </a:lvl1pPr>
          </a:lstStyle>
          <a:p>
            <a:pPr>
              <a:defRPr/>
            </a:pPr>
            <a:endParaRPr lang="pt-BR"/>
          </a:p>
        </p:txBody>
      </p:sp>
      <p:sp>
        <p:nvSpPr>
          <p:cNvPr id="6" name="Rectangle 5">
            <a:extLst>
              <a:ext uri="{FF2B5EF4-FFF2-40B4-BE49-F238E27FC236}">
                <a16:creationId xmlns:a16="http://schemas.microsoft.com/office/drawing/2014/main" id="{E1B84E99-D30F-28D4-EDEE-925595EEBEBE}"/>
              </a:ext>
            </a:extLst>
          </p:cNvPr>
          <p:cNvSpPr>
            <a:spLocks noGrp="1" noChangeArrowheads="1"/>
          </p:cNvSpPr>
          <p:nvPr>
            <p:ph type="ftr" sz="quarter" idx="11"/>
          </p:nvPr>
        </p:nvSpPr>
        <p:spPr>
          <a:ln/>
        </p:spPr>
        <p:txBody>
          <a:bodyPr/>
          <a:lstStyle>
            <a:lvl1pPr>
              <a:defRPr/>
            </a:lvl1pPr>
          </a:lstStyle>
          <a:p>
            <a:pPr>
              <a:defRPr/>
            </a:pPr>
            <a:endParaRPr lang="pt-BR"/>
          </a:p>
        </p:txBody>
      </p:sp>
      <p:sp>
        <p:nvSpPr>
          <p:cNvPr id="7" name="Rectangle 6">
            <a:extLst>
              <a:ext uri="{FF2B5EF4-FFF2-40B4-BE49-F238E27FC236}">
                <a16:creationId xmlns:a16="http://schemas.microsoft.com/office/drawing/2014/main" id="{74C36EBA-0BAF-735F-2A8E-D2F8C0DEDCE3}"/>
              </a:ext>
            </a:extLst>
          </p:cNvPr>
          <p:cNvSpPr>
            <a:spLocks noGrp="1" noChangeArrowheads="1"/>
          </p:cNvSpPr>
          <p:nvPr>
            <p:ph type="sldNum" sz="quarter" idx="12"/>
          </p:nvPr>
        </p:nvSpPr>
        <p:spPr>
          <a:ln/>
        </p:spPr>
        <p:txBody>
          <a:bodyPr/>
          <a:lstStyle>
            <a:lvl1pPr>
              <a:defRPr/>
            </a:lvl1pPr>
          </a:lstStyle>
          <a:p>
            <a:pPr>
              <a:defRPr/>
            </a:pPr>
            <a:fld id="{708D325D-A294-4B88-806B-A4A1154CA1D1}" type="slidenum">
              <a:rPr lang="pt-BR" altLang="pt-BR"/>
              <a:pPr>
                <a:defRPr/>
              </a:pPr>
              <a:t>‹nº›</a:t>
            </a:fld>
            <a:endParaRPr lang="pt-BR" altLang="pt-BR"/>
          </a:p>
        </p:txBody>
      </p:sp>
    </p:spTree>
    <p:extLst>
      <p:ext uri="{BB962C8B-B14F-4D97-AF65-F5344CB8AC3E}">
        <p14:creationId xmlns:p14="http://schemas.microsoft.com/office/powerpoint/2010/main" val="34628942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2389717" y="4800600"/>
            <a:ext cx="7315200" cy="566738"/>
          </a:xfrm>
        </p:spPr>
        <p:txBody>
          <a:bodyPr anchor="b"/>
          <a:lstStyle>
            <a:lvl1pPr algn="l">
              <a:defRPr sz="2000" b="1"/>
            </a:lvl1pPr>
          </a:lstStyle>
          <a:p>
            <a:r>
              <a:rPr lang="pt-BR"/>
              <a:t>Clique para editar o título mestre</a:t>
            </a:r>
          </a:p>
        </p:txBody>
      </p:sp>
      <p:sp>
        <p:nvSpPr>
          <p:cNvPr id="3" name="Espaço Reservado para Imagem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pt-BR" noProof="0"/>
          </a:p>
        </p:txBody>
      </p:sp>
      <p:sp>
        <p:nvSpPr>
          <p:cNvPr id="4" name="Espaço Reservado para Texto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 texto mestre</a:t>
            </a:r>
          </a:p>
        </p:txBody>
      </p:sp>
      <p:sp>
        <p:nvSpPr>
          <p:cNvPr id="5" name="Rectangle 4">
            <a:extLst>
              <a:ext uri="{FF2B5EF4-FFF2-40B4-BE49-F238E27FC236}">
                <a16:creationId xmlns:a16="http://schemas.microsoft.com/office/drawing/2014/main" id="{781F6E02-2297-29E8-9835-0AE13070836B}"/>
              </a:ext>
            </a:extLst>
          </p:cNvPr>
          <p:cNvSpPr>
            <a:spLocks noGrp="1" noChangeArrowheads="1"/>
          </p:cNvSpPr>
          <p:nvPr>
            <p:ph type="dt" sz="half" idx="10"/>
          </p:nvPr>
        </p:nvSpPr>
        <p:spPr>
          <a:ln/>
        </p:spPr>
        <p:txBody>
          <a:bodyPr/>
          <a:lstStyle>
            <a:lvl1pPr>
              <a:defRPr/>
            </a:lvl1pPr>
          </a:lstStyle>
          <a:p>
            <a:pPr>
              <a:defRPr/>
            </a:pPr>
            <a:endParaRPr lang="pt-BR"/>
          </a:p>
        </p:txBody>
      </p:sp>
      <p:sp>
        <p:nvSpPr>
          <p:cNvPr id="6" name="Rectangle 5">
            <a:extLst>
              <a:ext uri="{FF2B5EF4-FFF2-40B4-BE49-F238E27FC236}">
                <a16:creationId xmlns:a16="http://schemas.microsoft.com/office/drawing/2014/main" id="{C41D88DA-5ED7-D53E-FBE5-8CD54F72EB58}"/>
              </a:ext>
            </a:extLst>
          </p:cNvPr>
          <p:cNvSpPr>
            <a:spLocks noGrp="1" noChangeArrowheads="1"/>
          </p:cNvSpPr>
          <p:nvPr>
            <p:ph type="ftr" sz="quarter" idx="11"/>
          </p:nvPr>
        </p:nvSpPr>
        <p:spPr>
          <a:ln/>
        </p:spPr>
        <p:txBody>
          <a:bodyPr/>
          <a:lstStyle>
            <a:lvl1pPr>
              <a:defRPr/>
            </a:lvl1pPr>
          </a:lstStyle>
          <a:p>
            <a:pPr>
              <a:defRPr/>
            </a:pPr>
            <a:endParaRPr lang="pt-BR"/>
          </a:p>
        </p:txBody>
      </p:sp>
      <p:sp>
        <p:nvSpPr>
          <p:cNvPr id="7" name="Rectangle 6">
            <a:extLst>
              <a:ext uri="{FF2B5EF4-FFF2-40B4-BE49-F238E27FC236}">
                <a16:creationId xmlns:a16="http://schemas.microsoft.com/office/drawing/2014/main" id="{62061802-3328-F763-5A59-19EE81F48C5C}"/>
              </a:ext>
            </a:extLst>
          </p:cNvPr>
          <p:cNvSpPr>
            <a:spLocks noGrp="1" noChangeArrowheads="1"/>
          </p:cNvSpPr>
          <p:nvPr>
            <p:ph type="sldNum" sz="quarter" idx="12"/>
          </p:nvPr>
        </p:nvSpPr>
        <p:spPr>
          <a:ln/>
        </p:spPr>
        <p:txBody>
          <a:bodyPr/>
          <a:lstStyle>
            <a:lvl1pPr>
              <a:defRPr/>
            </a:lvl1pPr>
          </a:lstStyle>
          <a:p>
            <a:pPr>
              <a:defRPr/>
            </a:pPr>
            <a:fld id="{395D59D1-0792-4E9A-B369-832E57565C7C}" type="slidenum">
              <a:rPr lang="pt-BR" altLang="pt-BR"/>
              <a:pPr>
                <a:defRPr/>
              </a:pPr>
              <a:t>‹nº›</a:t>
            </a:fld>
            <a:endParaRPr lang="pt-BR" altLang="pt-BR"/>
          </a:p>
        </p:txBody>
      </p:sp>
    </p:spTree>
    <p:extLst>
      <p:ext uri="{BB962C8B-B14F-4D97-AF65-F5344CB8AC3E}">
        <p14:creationId xmlns:p14="http://schemas.microsoft.com/office/powerpoint/2010/main" val="29183926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Texto Vertical 2"/>
          <p:cNvSpPr>
            <a:spLocks noGrp="1"/>
          </p:cNvSpPr>
          <p:nvPr>
            <p:ph type="body" orient="vert" idx="1"/>
          </p:nvPr>
        </p:nvSpPr>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Rectangle 4">
            <a:extLst>
              <a:ext uri="{FF2B5EF4-FFF2-40B4-BE49-F238E27FC236}">
                <a16:creationId xmlns:a16="http://schemas.microsoft.com/office/drawing/2014/main" id="{5ABF71EA-9994-57BC-3B05-81C3D45DC85B}"/>
              </a:ext>
            </a:extLst>
          </p:cNvPr>
          <p:cNvSpPr>
            <a:spLocks noGrp="1" noChangeArrowheads="1"/>
          </p:cNvSpPr>
          <p:nvPr>
            <p:ph type="dt" sz="half" idx="10"/>
          </p:nvPr>
        </p:nvSpPr>
        <p:spPr>
          <a:ln/>
        </p:spPr>
        <p:txBody>
          <a:bodyPr/>
          <a:lstStyle>
            <a:lvl1pPr>
              <a:defRPr/>
            </a:lvl1pPr>
          </a:lstStyle>
          <a:p>
            <a:pPr>
              <a:defRPr/>
            </a:pPr>
            <a:endParaRPr lang="pt-BR"/>
          </a:p>
        </p:txBody>
      </p:sp>
      <p:sp>
        <p:nvSpPr>
          <p:cNvPr id="5" name="Rectangle 5">
            <a:extLst>
              <a:ext uri="{FF2B5EF4-FFF2-40B4-BE49-F238E27FC236}">
                <a16:creationId xmlns:a16="http://schemas.microsoft.com/office/drawing/2014/main" id="{01979FBD-334E-52BC-D24F-D69896773A14}"/>
              </a:ext>
            </a:extLst>
          </p:cNvPr>
          <p:cNvSpPr>
            <a:spLocks noGrp="1" noChangeArrowheads="1"/>
          </p:cNvSpPr>
          <p:nvPr>
            <p:ph type="ftr" sz="quarter" idx="11"/>
          </p:nvPr>
        </p:nvSpPr>
        <p:spPr>
          <a:ln/>
        </p:spPr>
        <p:txBody>
          <a:bodyPr/>
          <a:lstStyle>
            <a:lvl1pPr>
              <a:defRPr/>
            </a:lvl1pPr>
          </a:lstStyle>
          <a:p>
            <a:pPr>
              <a:defRPr/>
            </a:pPr>
            <a:endParaRPr lang="pt-BR"/>
          </a:p>
        </p:txBody>
      </p:sp>
      <p:sp>
        <p:nvSpPr>
          <p:cNvPr id="6" name="Rectangle 6">
            <a:extLst>
              <a:ext uri="{FF2B5EF4-FFF2-40B4-BE49-F238E27FC236}">
                <a16:creationId xmlns:a16="http://schemas.microsoft.com/office/drawing/2014/main" id="{893E7488-ECE6-C30D-4FAC-5C8D960AE468}"/>
              </a:ext>
            </a:extLst>
          </p:cNvPr>
          <p:cNvSpPr>
            <a:spLocks noGrp="1" noChangeArrowheads="1"/>
          </p:cNvSpPr>
          <p:nvPr>
            <p:ph type="sldNum" sz="quarter" idx="12"/>
          </p:nvPr>
        </p:nvSpPr>
        <p:spPr>
          <a:ln/>
        </p:spPr>
        <p:txBody>
          <a:bodyPr/>
          <a:lstStyle>
            <a:lvl1pPr>
              <a:defRPr/>
            </a:lvl1pPr>
          </a:lstStyle>
          <a:p>
            <a:pPr>
              <a:defRPr/>
            </a:pPr>
            <a:fld id="{CD02168C-7C54-4757-9FBC-94F2B87A305C}" type="slidenum">
              <a:rPr lang="pt-BR" altLang="pt-BR"/>
              <a:pPr>
                <a:defRPr/>
              </a:pPr>
              <a:t>‹nº›</a:t>
            </a:fld>
            <a:endParaRPr lang="pt-BR" altLang="pt-BR"/>
          </a:p>
        </p:txBody>
      </p:sp>
    </p:spTree>
    <p:extLst>
      <p:ext uri="{BB962C8B-B14F-4D97-AF65-F5344CB8AC3E}">
        <p14:creationId xmlns:p14="http://schemas.microsoft.com/office/powerpoint/2010/main" val="4610291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839200" y="381000"/>
            <a:ext cx="2743200" cy="5640388"/>
          </a:xfrm>
        </p:spPr>
        <p:txBody>
          <a:bodyPr vert="eaVert"/>
          <a:lstStyle/>
          <a:p>
            <a:r>
              <a:rPr lang="pt-BR"/>
              <a:t>Clique para editar o título mestre</a:t>
            </a:r>
          </a:p>
        </p:txBody>
      </p:sp>
      <p:sp>
        <p:nvSpPr>
          <p:cNvPr id="3" name="Espaço Reservado para Texto Vertical 2"/>
          <p:cNvSpPr>
            <a:spLocks noGrp="1"/>
          </p:cNvSpPr>
          <p:nvPr>
            <p:ph type="body" orient="vert" idx="1"/>
          </p:nvPr>
        </p:nvSpPr>
        <p:spPr>
          <a:xfrm>
            <a:off x="609600" y="381000"/>
            <a:ext cx="8026400" cy="5640388"/>
          </a:xfrm>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Rectangle 4">
            <a:extLst>
              <a:ext uri="{FF2B5EF4-FFF2-40B4-BE49-F238E27FC236}">
                <a16:creationId xmlns:a16="http://schemas.microsoft.com/office/drawing/2014/main" id="{9B26BFBB-B20F-6091-FD25-BB26CE7D4866}"/>
              </a:ext>
            </a:extLst>
          </p:cNvPr>
          <p:cNvSpPr>
            <a:spLocks noGrp="1" noChangeArrowheads="1"/>
          </p:cNvSpPr>
          <p:nvPr>
            <p:ph type="dt" sz="half" idx="10"/>
          </p:nvPr>
        </p:nvSpPr>
        <p:spPr>
          <a:ln/>
        </p:spPr>
        <p:txBody>
          <a:bodyPr/>
          <a:lstStyle>
            <a:lvl1pPr>
              <a:defRPr/>
            </a:lvl1pPr>
          </a:lstStyle>
          <a:p>
            <a:pPr>
              <a:defRPr/>
            </a:pPr>
            <a:endParaRPr lang="pt-BR"/>
          </a:p>
        </p:txBody>
      </p:sp>
      <p:sp>
        <p:nvSpPr>
          <p:cNvPr id="5" name="Rectangle 5">
            <a:extLst>
              <a:ext uri="{FF2B5EF4-FFF2-40B4-BE49-F238E27FC236}">
                <a16:creationId xmlns:a16="http://schemas.microsoft.com/office/drawing/2014/main" id="{BA011B44-4C43-9A64-BED0-1826A2A14DFB}"/>
              </a:ext>
            </a:extLst>
          </p:cNvPr>
          <p:cNvSpPr>
            <a:spLocks noGrp="1" noChangeArrowheads="1"/>
          </p:cNvSpPr>
          <p:nvPr>
            <p:ph type="ftr" sz="quarter" idx="11"/>
          </p:nvPr>
        </p:nvSpPr>
        <p:spPr>
          <a:ln/>
        </p:spPr>
        <p:txBody>
          <a:bodyPr/>
          <a:lstStyle>
            <a:lvl1pPr>
              <a:defRPr/>
            </a:lvl1pPr>
          </a:lstStyle>
          <a:p>
            <a:pPr>
              <a:defRPr/>
            </a:pPr>
            <a:endParaRPr lang="pt-BR"/>
          </a:p>
        </p:txBody>
      </p:sp>
      <p:sp>
        <p:nvSpPr>
          <p:cNvPr id="6" name="Rectangle 6">
            <a:extLst>
              <a:ext uri="{FF2B5EF4-FFF2-40B4-BE49-F238E27FC236}">
                <a16:creationId xmlns:a16="http://schemas.microsoft.com/office/drawing/2014/main" id="{E034F03E-ADB1-EDE2-4579-80DB944F4D33}"/>
              </a:ext>
            </a:extLst>
          </p:cNvPr>
          <p:cNvSpPr>
            <a:spLocks noGrp="1" noChangeArrowheads="1"/>
          </p:cNvSpPr>
          <p:nvPr>
            <p:ph type="sldNum" sz="quarter" idx="12"/>
          </p:nvPr>
        </p:nvSpPr>
        <p:spPr>
          <a:ln/>
        </p:spPr>
        <p:txBody>
          <a:bodyPr/>
          <a:lstStyle>
            <a:lvl1pPr>
              <a:defRPr/>
            </a:lvl1pPr>
          </a:lstStyle>
          <a:p>
            <a:pPr>
              <a:defRPr/>
            </a:pPr>
            <a:fld id="{66861081-B6ED-4F35-98BC-62AF323EDEF8}" type="slidenum">
              <a:rPr lang="pt-BR" altLang="pt-BR"/>
              <a:pPr>
                <a:defRPr/>
              </a:pPr>
              <a:t>‹nº›</a:t>
            </a:fld>
            <a:endParaRPr lang="pt-BR" altLang="pt-BR"/>
          </a:p>
        </p:txBody>
      </p:sp>
    </p:spTree>
    <p:extLst>
      <p:ext uri="{BB962C8B-B14F-4D97-AF65-F5344CB8AC3E}">
        <p14:creationId xmlns:p14="http://schemas.microsoft.com/office/powerpoint/2010/main" val="7539800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ítulo, texto e conteúdo">
    <p:spTree>
      <p:nvGrpSpPr>
        <p:cNvPr id="1" name=""/>
        <p:cNvGrpSpPr/>
        <p:nvPr/>
      </p:nvGrpSpPr>
      <p:grpSpPr>
        <a:xfrm>
          <a:off x="0" y="0"/>
          <a:ext cx="0" cy="0"/>
          <a:chOff x="0" y="0"/>
          <a:chExt cx="0" cy="0"/>
        </a:xfrm>
      </p:grpSpPr>
      <p:sp>
        <p:nvSpPr>
          <p:cNvPr id="2" name="Título 1"/>
          <p:cNvSpPr>
            <a:spLocks noGrp="1"/>
          </p:cNvSpPr>
          <p:nvPr>
            <p:ph type="title"/>
          </p:nvPr>
        </p:nvSpPr>
        <p:spPr>
          <a:xfrm>
            <a:off x="609600" y="381000"/>
            <a:ext cx="10972800" cy="1371600"/>
          </a:xfrm>
        </p:spPr>
        <p:txBody>
          <a:bodyPr/>
          <a:lstStyle/>
          <a:p>
            <a:r>
              <a:rPr lang="pt-BR"/>
              <a:t>Clique para editar o título mestre</a:t>
            </a:r>
          </a:p>
        </p:txBody>
      </p:sp>
      <p:sp>
        <p:nvSpPr>
          <p:cNvPr id="3" name="Espaço Reservado para Texto 2"/>
          <p:cNvSpPr>
            <a:spLocks noGrp="1"/>
          </p:cNvSpPr>
          <p:nvPr>
            <p:ph type="body" sz="half" idx="1"/>
          </p:nvPr>
        </p:nvSpPr>
        <p:spPr>
          <a:xfrm>
            <a:off x="609600" y="1412875"/>
            <a:ext cx="5384800" cy="4608513"/>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p:cNvSpPr>
            <a:spLocks noGrp="1"/>
          </p:cNvSpPr>
          <p:nvPr>
            <p:ph sz="half" idx="2"/>
          </p:nvPr>
        </p:nvSpPr>
        <p:spPr>
          <a:xfrm>
            <a:off x="6197600" y="1412875"/>
            <a:ext cx="5384800" cy="4608513"/>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Rectangle 4">
            <a:extLst>
              <a:ext uri="{FF2B5EF4-FFF2-40B4-BE49-F238E27FC236}">
                <a16:creationId xmlns:a16="http://schemas.microsoft.com/office/drawing/2014/main" id="{FC704C9E-CBBF-7CF1-DB9B-4BEED2504517}"/>
              </a:ext>
            </a:extLst>
          </p:cNvPr>
          <p:cNvSpPr>
            <a:spLocks noGrp="1" noChangeArrowheads="1"/>
          </p:cNvSpPr>
          <p:nvPr>
            <p:ph type="dt" sz="half" idx="10"/>
          </p:nvPr>
        </p:nvSpPr>
        <p:spPr>
          <a:ln/>
        </p:spPr>
        <p:txBody>
          <a:bodyPr/>
          <a:lstStyle>
            <a:lvl1pPr>
              <a:defRPr/>
            </a:lvl1pPr>
          </a:lstStyle>
          <a:p>
            <a:pPr>
              <a:defRPr/>
            </a:pPr>
            <a:endParaRPr lang="pt-BR"/>
          </a:p>
        </p:txBody>
      </p:sp>
      <p:sp>
        <p:nvSpPr>
          <p:cNvPr id="6" name="Rectangle 5">
            <a:extLst>
              <a:ext uri="{FF2B5EF4-FFF2-40B4-BE49-F238E27FC236}">
                <a16:creationId xmlns:a16="http://schemas.microsoft.com/office/drawing/2014/main" id="{AAD8BE19-8CFC-4EC2-A23B-87E92F6757EC}"/>
              </a:ext>
            </a:extLst>
          </p:cNvPr>
          <p:cNvSpPr>
            <a:spLocks noGrp="1" noChangeArrowheads="1"/>
          </p:cNvSpPr>
          <p:nvPr>
            <p:ph type="ftr" sz="quarter" idx="11"/>
          </p:nvPr>
        </p:nvSpPr>
        <p:spPr>
          <a:ln/>
        </p:spPr>
        <p:txBody>
          <a:bodyPr/>
          <a:lstStyle>
            <a:lvl1pPr>
              <a:defRPr/>
            </a:lvl1pPr>
          </a:lstStyle>
          <a:p>
            <a:pPr>
              <a:defRPr/>
            </a:pPr>
            <a:endParaRPr lang="pt-BR"/>
          </a:p>
        </p:txBody>
      </p:sp>
      <p:sp>
        <p:nvSpPr>
          <p:cNvPr id="7" name="Rectangle 6">
            <a:extLst>
              <a:ext uri="{FF2B5EF4-FFF2-40B4-BE49-F238E27FC236}">
                <a16:creationId xmlns:a16="http://schemas.microsoft.com/office/drawing/2014/main" id="{8C5E87F8-908B-4C3E-3AE6-50BCF5D186A7}"/>
              </a:ext>
            </a:extLst>
          </p:cNvPr>
          <p:cNvSpPr>
            <a:spLocks noGrp="1" noChangeArrowheads="1"/>
          </p:cNvSpPr>
          <p:nvPr>
            <p:ph type="sldNum" sz="quarter" idx="12"/>
          </p:nvPr>
        </p:nvSpPr>
        <p:spPr>
          <a:ln/>
        </p:spPr>
        <p:txBody>
          <a:bodyPr/>
          <a:lstStyle>
            <a:lvl1pPr>
              <a:defRPr/>
            </a:lvl1pPr>
          </a:lstStyle>
          <a:p>
            <a:pPr>
              <a:defRPr/>
            </a:pPr>
            <a:fld id="{9EA81E90-9CC6-4956-BECB-8B51171491D9}" type="slidenum">
              <a:rPr lang="pt-BR" altLang="pt-BR"/>
              <a:pPr>
                <a:defRPr/>
              </a:pPr>
              <a:t>‹nº›</a:t>
            </a:fld>
            <a:endParaRPr lang="pt-BR" altLang="pt-BR"/>
          </a:p>
        </p:txBody>
      </p:sp>
    </p:spTree>
    <p:extLst>
      <p:ext uri="{BB962C8B-B14F-4D97-AF65-F5344CB8AC3E}">
        <p14:creationId xmlns:p14="http://schemas.microsoft.com/office/powerpoint/2010/main" val="35453781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38946" name="Rectangle 2">
            <a:extLst>
              <a:ext uri="{FF2B5EF4-FFF2-40B4-BE49-F238E27FC236}">
                <a16:creationId xmlns:a16="http://schemas.microsoft.com/office/drawing/2014/main" id="{DA21D653-E265-4651-A637-3377B7D31A74}"/>
              </a:ext>
            </a:extLst>
          </p:cNvPr>
          <p:cNvSpPr>
            <a:spLocks noGrp="1" noChangeArrowheads="1"/>
          </p:cNvSpPr>
          <p:nvPr>
            <p:ph type="title"/>
          </p:nvPr>
        </p:nvSpPr>
        <p:spPr bwMode="auto">
          <a:xfrm>
            <a:off x="609600" y="381000"/>
            <a:ext cx="10972800" cy="1371600"/>
          </a:xfrm>
          <a:prstGeom prst="rect">
            <a:avLst/>
          </a:prstGeom>
          <a:noFill/>
          <a:ln>
            <a:noFill/>
          </a:ln>
          <a:effectLst/>
        </p:spPr>
        <p:txBody>
          <a:bodyPr vert="horz" wrap="square" lIns="91440" tIns="45720" rIns="91440" bIns="45720" numCol="1" anchor="ctr" anchorCtr="0" compatLnSpc="1">
            <a:prstTxWarp prst="textNoShape">
              <a:avLst/>
            </a:prstTxWarp>
          </a:bodyPr>
          <a:lstStyle/>
          <a:p>
            <a:pPr lvl="0"/>
            <a:r>
              <a:rPr lang="pt-BR"/>
              <a:t>Clique para editar o estilo do título mestre</a:t>
            </a:r>
          </a:p>
        </p:txBody>
      </p:sp>
      <p:sp>
        <p:nvSpPr>
          <p:cNvPr id="338947" name="Rectangle 3">
            <a:extLst>
              <a:ext uri="{FF2B5EF4-FFF2-40B4-BE49-F238E27FC236}">
                <a16:creationId xmlns:a16="http://schemas.microsoft.com/office/drawing/2014/main" id="{13D0BA0F-FC1F-C7A7-DE29-EBED9A2D4E75}"/>
              </a:ext>
            </a:extLst>
          </p:cNvPr>
          <p:cNvSpPr>
            <a:spLocks noGrp="1" noChangeArrowheads="1"/>
          </p:cNvSpPr>
          <p:nvPr>
            <p:ph type="body" idx="1"/>
          </p:nvPr>
        </p:nvSpPr>
        <p:spPr bwMode="auto">
          <a:xfrm>
            <a:off x="609600" y="1412875"/>
            <a:ext cx="10972800" cy="4608513"/>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338948" name="Rectangle 4">
            <a:extLst>
              <a:ext uri="{FF2B5EF4-FFF2-40B4-BE49-F238E27FC236}">
                <a16:creationId xmlns:a16="http://schemas.microsoft.com/office/drawing/2014/main" id="{445EA12D-DE33-2EF9-0E61-1AEF479BB725}"/>
              </a:ext>
            </a:extLst>
          </p:cNvPr>
          <p:cNvSpPr>
            <a:spLocks noGrp="1" noChangeArrowheads="1"/>
          </p:cNvSpPr>
          <p:nvPr>
            <p:ph type="dt" sz="half" idx="2"/>
          </p:nvPr>
        </p:nvSpPr>
        <p:spPr bwMode="auto">
          <a:xfrm>
            <a:off x="609600" y="6245225"/>
            <a:ext cx="3278717" cy="47625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400">
                <a:solidFill>
                  <a:srgbClr val="000000"/>
                </a:solidFill>
                <a:effectLst>
                  <a:outerShdw blurRad="38100" dist="38100" dir="2700000" algn="tl">
                    <a:srgbClr val="C0C0C0"/>
                  </a:outerShdw>
                </a:effectLst>
                <a:latin typeface="Arial" charset="0"/>
              </a:defRPr>
            </a:lvl1pPr>
          </a:lstStyle>
          <a:p>
            <a:pPr>
              <a:defRPr/>
            </a:pPr>
            <a:endParaRPr lang="pt-BR"/>
          </a:p>
        </p:txBody>
      </p:sp>
      <p:sp>
        <p:nvSpPr>
          <p:cNvPr id="338949" name="Rectangle 5">
            <a:extLst>
              <a:ext uri="{FF2B5EF4-FFF2-40B4-BE49-F238E27FC236}">
                <a16:creationId xmlns:a16="http://schemas.microsoft.com/office/drawing/2014/main" id="{BCD7404C-6CDB-EA94-3E31-BE6EC2527E5B}"/>
              </a:ext>
            </a:extLst>
          </p:cNvPr>
          <p:cNvSpPr>
            <a:spLocks noGrp="1" noChangeArrowheads="1"/>
          </p:cNvSpPr>
          <p:nvPr>
            <p:ph type="ftr" sz="quarter" idx="3"/>
          </p:nvPr>
        </p:nvSpPr>
        <p:spPr bwMode="auto">
          <a:xfrm>
            <a:off x="4165600" y="6245225"/>
            <a:ext cx="3860800" cy="476250"/>
          </a:xfrm>
          <a:prstGeom prst="rect">
            <a:avLst/>
          </a:prstGeom>
          <a:noFill/>
          <a:ln>
            <a:noFill/>
          </a:ln>
          <a:effectLst/>
        </p:spPr>
        <p:txBody>
          <a:bodyPr vert="horz" wrap="square" lIns="91440" tIns="45720" rIns="91440" bIns="45720" numCol="1" anchor="b" anchorCtr="0" compatLnSpc="1">
            <a:prstTxWarp prst="textNoShape">
              <a:avLst/>
            </a:prstTxWarp>
          </a:bodyPr>
          <a:lstStyle>
            <a:lvl1pPr algn="ctr" eaLnBrk="1" hangingPunct="1">
              <a:defRPr sz="1400">
                <a:solidFill>
                  <a:srgbClr val="000000"/>
                </a:solidFill>
                <a:effectLst>
                  <a:outerShdw blurRad="38100" dist="38100" dir="2700000" algn="tl">
                    <a:srgbClr val="C0C0C0"/>
                  </a:outerShdw>
                </a:effectLst>
                <a:latin typeface="Arial" charset="0"/>
              </a:defRPr>
            </a:lvl1pPr>
          </a:lstStyle>
          <a:p>
            <a:pPr>
              <a:defRPr/>
            </a:pPr>
            <a:endParaRPr lang="pt-BR"/>
          </a:p>
        </p:txBody>
      </p:sp>
      <p:sp>
        <p:nvSpPr>
          <p:cNvPr id="338950" name="Rectangle 6">
            <a:extLst>
              <a:ext uri="{FF2B5EF4-FFF2-40B4-BE49-F238E27FC236}">
                <a16:creationId xmlns:a16="http://schemas.microsoft.com/office/drawing/2014/main" id="{ABF2246A-D972-A926-A462-8EFC179E6611}"/>
              </a:ext>
            </a:extLst>
          </p:cNvPr>
          <p:cNvSpPr>
            <a:spLocks noGrp="1" noChangeArrowheads="1"/>
          </p:cNvSpPr>
          <p:nvPr>
            <p:ph type="sldNum" sz="quarter" idx="4"/>
          </p:nvPr>
        </p:nvSpPr>
        <p:spPr bwMode="auto">
          <a:xfrm>
            <a:off x="8737600" y="6245225"/>
            <a:ext cx="2844800" cy="47625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400">
                <a:solidFill>
                  <a:srgbClr val="000000"/>
                </a:solidFill>
                <a:effectLst>
                  <a:outerShdw blurRad="38100" dist="38100" dir="2700000" algn="tl">
                    <a:srgbClr val="C0C0C0"/>
                  </a:outerShdw>
                </a:effectLst>
                <a:latin typeface="Arial" panose="020B0604020202020204" pitchFamily="34" charset="0"/>
              </a:defRPr>
            </a:lvl1pPr>
          </a:lstStyle>
          <a:p>
            <a:pPr>
              <a:defRPr/>
            </a:pPr>
            <a:fld id="{D5DF67C7-5A0C-4EEE-9D1E-D1F7418B29C0}" type="slidenum">
              <a:rPr lang="pt-BR" altLang="pt-BR"/>
              <a:pPr>
                <a:defRPr/>
              </a:pPr>
              <a:t>‹nº›</a:t>
            </a:fld>
            <a:endParaRPr lang="pt-BR" altLang="pt-BR"/>
          </a:p>
        </p:txBody>
      </p:sp>
      <p:sp>
        <p:nvSpPr>
          <p:cNvPr id="338951" name="Rectangle 7">
            <a:extLst>
              <a:ext uri="{FF2B5EF4-FFF2-40B4-BE49-F238E27FC236}">
                <a16:creationId xmlns:a16="http://schemas.microsoft.com/office/drawing/2014/main" id="{AC9F24FE-AD20-2497-7E14-35E0393B06C2}"/>
              </a:ext>
            </a:extLst>
          </p:cNvPr>
          <p:cNvSpPr>
            <a:spLocks noChangeArrowheads="1"/>
          </p:cNvSpPr>
          <p:nvPr/>
        </p:nvSpPr>
        <p:spPr bwMode="auto">
          <a:xfrm>
            <a:off x="0" y="34160"/>
            <a:ext cx="12192000" cy="720000"/>
          </a:xfrm>
          <a:prstGeom prst="rect">
            <a:avLst/>
          </a:prstGeom>
          <a:solidFill>
            <a:schemeClr val="accent2"/>
          </a:solidFill>
          <a:ln>
            <a:noFill/>
          </a:ln>
          <a:effectLst/>
        </p:spPr>
        <p:txBody>
          <a:bodyPr anchor="ctr">
            <a:spAutoFit/>
          </a:bodyPr>
          <a:lstStyle/>
          <a:p>
            <a:pPr eaLnBrk="1" hangingPunct="1">
              <a:defRPr/>
            </a:pPr>
            <a:endParaRPr lang="pt-BR">
              <a:effectLst>
                <a:outerShdw blurRad="38100" dist="38100" dir="2700000" algn="tl">
                  <a:srgbClr val="000000">
                    <a:alpha val="43137"/>
                  </a:srgbClr>
                </a:outerShdw>
              </a:effectLst>
            </a:endParaRPr>
          </a:p>
        </p:txBody>
      </p:sp>
      <p:sp>
        <p:nvSpPr>
          <p:cNvPr id="338958" name="Text Box 14">
            <a:extLst>
              <a:ext uri="{FF2B5EF4-FFF2-40B4-BE49-F238E27FC236}">
                <a16:creationId xmlns:a16="http://schemas.microsoft.com/office/drawing/2014/main" id="{CFC2B381-F10D-6B09-E2CB-9DDE617095FC}"/>
              </a:ext>
            </a:extLst>
          </p:cNvPr>
          <p:cNvSpPr txBox="1">
            <a:spLocks noChangeArrowheads="1"/>
          </p:cNvSpPr>
          <p:nvPr userDrawn="1"/>
        </p:nvSpPr>
        <p:spPr bwMode="auto">
          <a:xfrm>
            <a:off x="4944534" y="6523039"/>
            <a:ext cx="1211998" cy="276999"/>
          </a:xfrm>
          <a:prstGeom prst="rect">
            <a:avLst/>
          </a:prstGeom>
          <a:noFill/>
          <a:ln>
            <a:noFill/>
          </a:ln>
          <a:effectLst/>
        </p:spPr>
        <p:txBody>
          <a:bodyPr wrap="none">
            <a:spAutoFit/>
          </a:bodyPr>
          <a:lstStyle/>
          <a:p>
            <a:pPr eaLnBrk="1" hangingPunct="1">
              <a:defRPr/>
            </a:pPr>
            <a:r>
              <a:rPr lang="en-US" sz="1200">
                <a:solidFill>
                  <a:srgbClr val="A4A4D0"/>
                </a:solidFill>
                <a:effectLst>
                  <a:outerShdw blurRad="38100" dist="38100" dir="2700000" algn="tl">
                    <a:srgbClr val="C0C0C0"/>
                  </a:outerShdw>
                </a:effectLst>
              </a:rPr>
              <a:t>Programação A</a:t>
            </a:r>
            <a:endParaRPr lang="pt-BR" sz="1200">
              <a:solidFill>
                <a:srgbClr val="A4A4D0"/>
              </a:solidFill>
              <a:effectLst>
                <a:outerShdw blurRad="38100" dist="38100" dir="2700000" algn="tl">
                  <a:srgbClr val="C0C0C0"/>
                </a:outerShdw>
              </a:effectLst>
            </a:endParaRPr>
          </a:p>
        </p:txBody>
      </p:sp>
      <p:sp>
        <p:nvSpPr>
          <p:cNvPr id="1033" name="Rectangle 13">
            <a:extLst>
              <a:ext uri="{FF2B5EF4-FFF2-40B4-BE49-F238E27FC236}">
                <a16:creationId xmlns:a16="http://schemas.microsoft.com/office/drawing/2014/main" id="{EAB8B773-A34E-016A-3BFA-EA2A0392F585}"/>
              </a:ext>
            </a:extLst>
          </p:cNvPr>
          <p:cNvSpPr>
            <a:spLocks noChangeArrowheads="1"/>
          </p:cNvSpPr>
          <p:nvPr userDrawn="1"/>
        </p:nvSpPr>
        <p:spPr bwMode="auto">
          <a:xfrm>
            <a:off x="2639484" y="44451"/>
            <a:ext cx="9457267" cy="646113"/>
          </a:xfrm>
          <a:prstGeom prst="rect">
            <a:avLst/>
          </a:prstGeom>
          <a:noFill/>
          <a:ln>
            <a:noFill/>
          </a:ln>
        </p:spPr>
        <p:txBody>
          <a:bodyPr>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defRPr/>
            </a:pPr>
            <a:r>
              <a:rPr lang="pt-BR" altLang="pt-BR" b="1" dirty="0">
                <a:effectLst>
                  <a:outerShdw blurRad="38100" dist="38100" dir="2700000" algn="tl">
                    <a:srgbClr val="000000">
                      <a:alpha val="43137"/>
                    </a:srgbClr>
                  </a:outerShdw>
                </a:effectLst>
              </a:rPr>
              <a:t>CURSO SUPERIOR DE TECNOLOGIA EM ANÁLISE </a:t>
            </a:r>
          </a:p>
          <a:p>
            <a:pPr algn="ctr" eaLnBrk="1" hangingPunct="1">
              <a:defRPr/>
            </a:pPr>
            <a:r>
              <a:rPr lang="pt-BR" altLang="pt-BR" b="1" dirty="0">
                <a:effectLst>
                  <a:outerShdw blurRad="38100" dist="38100" dir="2700000" algn="tl">
                    <a:srgbClr val="000000">
                      <a:alpha val="43137"/>
                    </a:srgbClr>
                  </a:outerShdw>
                </a:effectLst>
              </a:rPr>
              <a:t>E DESENVOLVIMENTO DE SISTEMAS</a:t>
            </a:r>
          </a:p>
        </p:txBody>
      </p:sp>
      <p:sp>
        <p:nvSpPr>
          <p:cNvPr id="338960" name="Line 16">
            <a:extLst>
              <a:ext uri="{FF2B5EF4-FFF2-40B4-BE49-F238E27FC236}">
                <a16:creationId xmlns:a16="http://schemas.microsoft.com/office/drawing/2014/main" id="{AE3086C4-8BFC-C9DA-4DEA-25FB63D87D3D}"/>
              </a:ext>
            </a:extLst>
          </p:cNvPr>
          <p:cNvSpPr>
            <a:spLocks noChangeShapeType="1"/>
          </p:cNvSpPr>
          <p:nvPr userDrawn="1"/>
        </p:nvSpPr>
        <p:spPr bwMode="auto">
          <a:xfrm>
            <a:off x="0" y="739775"/>
            <a:ext cx="12192000" cy="0"/>
          </a:xfrm>
          <a:prstGeom prst="line">
            <a:avLst/>
          </a:prstGeom>
          <a:noFill/>
          <a:ln w="76200">
            <a:solidFill>
              <a:srgbClr val="000000"/>
            </a:solidFill>
            <a:round/>
            <a:headEnd/>
            <a:tailEnd/>
          </a:ln>
          <a:effectLst/>
        </p:spPr>
        <p:txBody>
          <a:bodyPr>
            <a:spAutoFit/>
          </a:bodyPr>
          <a:lstStyle/>
          <a:p>
            <a:pPr eaLnBrk="1" hangingPunct="1">
              <a:defRPr/>
            </a:pPr>
            <a:endParaRPr lang="pt-BR">
              <a:effectLst>
                <a:outerShdw blurRad="38100" dist="38100" dir="2700000" algn="tl">
                  <a:srgbClr val="000000">
                    <a:alpha val="43137"/>
                  </a:srgbClr>
                </a:outerShdw>
              </a:effectLst>
            </a:endParaRPr>
          </a:p>
        </p:txBody>
      </p:sp>
      <p:pic>
        <p:nvPicPr>
          <p:cNvPr id="1035" name="Picture 18">
            <a:extLst>
              <a:ext uri="{FF2B5EF4-FFF2-40B4-BE49-F238E27FC236}">
                <a16:creationId xmlns:a16="http://schemas.microsoft.com/office/drawing/2014/main" id="{D9F80CB4-1CDA-FFA6-DCD9-AD362BBD0CB1}"/>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14288"/>
            <a:ext cx="2446867" cy="677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 bg1="dk2" tx1="lt1" bg2="dk1"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hf hdr="0" ftr="0" dt="0"/>
  <p:txStyles>
    <p:titleStyle>
      <a:lvl1pPr algn="ctr" rtl="0" eaLnBrk="0" fontAlgn="base" hangingPunct="0">
        <a:spcBef>
          <a:spcPct val="0"/>
        </a:spcBef>
        <a:spcAft>
          <a:spcPct val="0"/>
        </a:spcAft>
        <a:defRPr sz="2000" b="1">
          <a:solidFill>
            <a:srgbClr val="000000"/>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sz="2000" b="1">
          <a:solidFill>
            <a:srgbClr val="000000"/>
          </a:solidFill>
          <a:effectLst>
            <a:outerShdw blurRad="38100" dist="38100" dir="2700000" algn="tl">
              <a:srgbClr val="C0C0C0"/>
            </a:outerShdw>
          </a:effectLst>
          <a:latin typeface="Tahoma" pitchFamily="34" charset="0"/>
        </a:defRPr>
      </a:lvl2pPr>
      <a:lvl3pPr algn="ctr" rtl="0" eaLnBrk="0" fontAlgn="base" hangingPunct="0">
        <a:spcBef>
          <a:spcPct val="0"/>
        </a:spcBef>
        <a:spcAft>
          <a:spcPct val="0"/>
        </a:spcAft>
        <a:defRPr sz="2000" b="1">
          <a:solidFill>
            <a:srgbClr val="000000"/>
          </a:solidFill>
          <a:effectLst>
            <a:outerShdw blurRad="38100" dist="38100" dir="2700000" algn="tl">
              <a:srgbClr val="C0C0C0"/>
            </a:outerShdw>
          </a:effectLst>
          <a:latin typeface="Tahoma" pitchFamily="34" charset="0"/>
        </a:defRPr>
      </a:lvl3pPr>
      <a:lvl4pPr algn="ctr" rtl="0" eaLnBrk="0" fontAlgn="base" hangingPunct="0">
        <a:spcBef>
          <a:spcPct val="0"/>
        </a:spcBef>
        <a:spcAft>
          <a:spcPct val="0"/>
        </a:spcAft>
        <a:defRPr sz="2000" b="1">
          <a:solidFill>
            <a:srgbClr val="000000"/>
          </a:solidFill>
          <a:effectLst>
            <a:outerShdw blurRad="38100" dist="38100" dir="2700000" algn="tl">
              <a:srgbClr val="C0C0C0"/>
            </a:outerShdw>
          </a:effectLst>
          <a:latin typeface="Tahoma" pitchFamily="34" charset="0"/>
        </a:defRPr>
      </a:lvl4pPr>
      <a:lvl5pPr algn="ctr" rtl="0" eaLnBrk="0" fontAlgn="base" hangingPunct="0">
        <a:spcBef>
          <a:spcPct val="0"/>
        </a:spcBef>
        <a:spcAft>
          <a:spcPct val="0"/>
        </a:spcAft>
        <a:defRPr sz="2000" b="1">
          <a:solidFill>
            <a:srgbClr val="000000"/>
          </a:solidFill>
          <a:effectLst>
            <a:outerShdw blurRad="38100" dist="38100" dir="2700000" algn="tl">
              <a:srgbClr val="C0C0C0"/>
            </a:outerShdw>
          </a:effectLst>
          <a:latin typeface="Tahoma" pitchFamily="34" charset="0"/>
        </a:defRPr>
      </a:lvl5pPr>
      <a:lvl6pPr marL="457200" algn="ctr" rtl="0" fontAlgn="base">
        <a:spcBef>
          <a:spcPct val="0"/>
        </a:spcBef>
        <a:spcAft>
          <a:spcPct val="0"/>
        </a:spcAft>
        <a:defRPr sz="2000" b="1">
          <a:solidFill>
            <a:srgbClr val="000000"/>
          </a:solidFill>
          <a:effectLst>
            <a:outerShdw blurRad="38100" dist="38100" dir="2700000" algn="tl">
              <a:srgbClr val="C0C0C0"/>
            </a:outerShdw>
          </a:effectLst>
          <a:latin typeface="Tahoma" pitchFamily="34" charset="0"/>
        </a:defRPr>
      </a:lvl6pPr>
      <a:lvl7pPr marL="914400" algn="ctr" rtl="0" fontAlgn="base">
        <a:spcBef>
          <a:spcPct val="0"/>
        </a:spcBef>
        <a:spcAft>
          <a:spcPct val="0"/>
        </a:spcAft>
        <a:defRPr sz="2000" b="1">
          <a:solidFill>
            <a:srgbClr val="000000"/>
          </a:solidFill>
          <a:effectLst>
            <a:outerShdw blurRad="38100" dist="38100" dir="2700000" algn="tl">
              <a:srgbClr val="C0C0C0"/>
            </a:outerShdw>
          </a:effectLst>
          <a:latin typeface="Tahoma" pitchFamily="34" charset="0"/>
        </a:defRPr>
      </a:lvl7pPr>
      <a:lvl8pPr marL="1371600" algn="ctr" rtl="0" fontAlgn="base">
        <a:spcBef>
          <a:spcPct val="0"/>
        </a:spcBef>
        <a:spcAft>
          <a:spcPct val="0"/>
        </a:spcAft>
        <a:defRPr sz="2000" b="1">
          <a:solidFill>
            <a:srgbClr val="000000"/>
          </a:solidFill>
          <a:effectLst>
            <a:outerShdw blurRad="38100" dist="38100" dir="2700000" algn="tl">
              <a:srgbClr val="C0C0C0"/>
            </a:outerShdw>
          </a:effectLst>
          <a:latin typeface="Tahoma" pitchFamily="34" charset="0"/>
        </a:defRPr>
      </a:lvl8pPr>
      <a:lvl9pPr marL="1828800" algn="ctr" rtl="0" fontAlgn="base">
        <a:spcBef>
          <a:spcPct val="0"/>
        </a:spcBef>
        <a:spcAft>
          <a:spcPct val="0"/>
        </a:spcAft>
        <a:defRPr sz="2000" b="1">
          <a:solidFill>
            <a:srgbClr val="000000"/>
          </a:solidFill>
          <a:effectLst>
            <a:outerShdw blurRad="38100" dist="38100" dir="2700000" algn="tl">
              <a:srgbClr val="C0C0C0"/>
            </a:outerShdw>
          </a:effectLst>
          <a:latin typeface="Tahoma" pitchFamily="34" charset="0"/>
        </a:defRPr>
      </a:lvl9pPr>
    </p:titleStyle>
    <p:bodyStyle>
      <a:lvl1pPr marL="342900" indent="-342900" algn="ctr" rtl="0" eaLnBrk="0" fontAlgn="base" hangingPunct="0">
        <a:spcBef>
          <a:spcPct val="20000"/>
        </a:spcBef>
        <a:spcAft>
          <a:spcPct val="50000"/>
        </a:spcAft>
        <a:buClr>
          <a:schemeClr val="hlink"/>
        </a:buClr>
        <a:buSzPct val="65000"/>
        <a:buFont typeface="Wingdings" panose="05000000000000000000" pitchFamily="2" charset="2"/>
        <a:defRPr>
          <a:solidFill>
            <a:srgbClr val="000000"/>
          </a:solidFill>
          <a:effectLst>
            <a:outerShdw blurRad="38100" dist="38100" dir="2700000" algn="tl">
              <a:srgbClr val="C0C0C0"/>
            </a:outerShdw>
          </a:effectLst>
          <a:latin typeface="+mn-lt"/>
          <a:ea typeface="+mn-ea"/>
          <a:cs typeface="+mn-cs"/>
        </a:defRPr>
      </a:lvl1pPr>
      <a:lvl2pPr marL="742950" indent="-285750" algn="l" rtl="0" eaLnBrk="0" fontAlgn="base" hangingPunct="0">
        <a:spcBef>
          <a:spcPct val="20000"/>
        </a:spcBef>
        <a:spcAft>
          <a:spcPct val="50000"/>
        </a:spcAft>
        <a:buClr>
          <a:schemeClr val="folHlink"/>
        </a:buClr>
        <a:buSzPct val="65000"/>
        <a:buFont typeface="Wingdings" panose="05000000000000000000" pitchFamily="2" charset="2"/>
        <a:buChar char="n"/>
        <a:defRPr sz="1600">
          <a:solidFill>
            <a:srgbClr val="000000"/>
          </a:solidFill>
          <a:effectLst>
            <a:outerShdw blurRad="38100" dist="38100" dir="2700000" algn="tl">
              <a:srgbClr val="C0C0C0"/>
            </a:outerShdw>
          </a:effectLst>
          <a:latin typeface="+mn-lt"/>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effectLst>
            <a:outerShdw blurRad="38100" dist="38100" dir="2700000" algn="tl">
              <a:srgbClr val="C0C0C0"/>
            </a:outerShdw>
          </a:effectLst>
          <a:latin typeface="+mn-lt"/>
        </a:defRPr>
      </a:lvl3pPr>
      <a:lvl4pPr marL="1600200" indent="-228600" algn="l" rtl="0" eaLnBrk="0" fontAlgn="base" hangingPunct="0">
        <a:spcBef>
          <a:spcPct val="20000"/>
        </a:spcBef>
        <a:spcAft>
          <a:spcPct val="0"/>
        </a:spcAft>
        <a:buClr>
          <a:schemeClr val="folHlink"/>
        </a:buClr>
        <a:buSzPct val="65000"/>
        <a:buFont typeface="Wingdings" panose="05000000000000000000" pitchFamily="2" charset="2"/>
        <a:buChar char="n"/>
        <a:defRPr sz="1600">
          <a:solidFill>
            <a:srgbClr val="000000"/>
          </a:solidFill>
          <a:effectLst>
            <a:outerShdw blurRad="38100" dist="38100" dir="2700000" algn="tl">
              <a:srgbClr val="C0C0C0"/>
            </a:outerShdw>
          </a:effectLst>
          <a:latin typeface="+mn-lt"/>
        </a:defRPr>
      </a:lvl4pPr>
      <a:lvl5pPr marL="2057400" indent="-228600" algn="l" rtl="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effectLst>
            <a:outerShdw blurRad="38100" dist="38100" dir="2700000" algn="tl">
              <a:srgbClr val="C0C0C0"/>
            </a:outerShdw>
          </a:effectLst>
          <a:latin typeface="+mn-lt"/>
        </a:defRPr>
      </a:lvl5pPr>
      <a:lvl6pPr marL="2514600" indent="-228600" algn="l" rtl="0" fontAlgn="base">
        <a:spcBef>
          <a:spcPct val="20000"/>
        </a:spcBef>
        <a:spcAft>
          <a:spcPct val="0"/>
        </a:spcAft>
        <a:buClr>
          <a:schemeClr val="hlink"/>
        </a:buClr>
        <a:buSzPct val="65000"/>
        <a:buFont typeface="Wingdings" pitchFamily="2" charset="2"/>
        <a:buChar char="n"/>
        <a:defRPr sz="1600">
          <a:solidFill>
            <a:srgbClr val="000000"/>
          </a:solidFill>
          <a:effectLst>
            <a:outerShdw blurRad="38100" dist="38100" dir="2700000" algn="tl">
              <a:srgbClr val="C0C0C0"/>
            </a:outerShdw>
          </a:effectLst>
          <a:latin typeface="+mn-lt"/>
        </a:defRPr>
      </a:lvl6pPr>
      <a:lvl7pPr marL="2971800" indent="-228600" algn="l" rtl="0" fontAlgn="base">
        <a:spcBef>
          <a:spcPct val="20000"/>
        </a:spcBef>
        <a:spcAft>
          <a:spcPct val="0"/>
        </a:spcAft>
        <a:buClr>
          <a:schemeClr val="hlink"/>
        </a:buClr>
        <a:buSzPct val="65000"/>
        <a:buFont typeface="Wingdings" pitchFamily="2" charset="2"/>
        <a:buChar char="n"/>
        <a:defRPr sz="1600">
          <a:solidFill>
            <a:srgbClr val="000000"/>
          </a:solidFill>
          <a:effectLst>
            <a:outerShdw blurRad="38100" dist="38100" dir="2700000" algn="tl">
              <a:srgbClr val="C0C0C0"/>
            </a:outerShdw>
          </a:effectLst>
          <a:latin typeface="+mn-lt"/>
        </a:defRPr>
      </a:lvl7pPr>
      <a:lvl8pPr marL="3429000" indent="-228600" algn="l" rtl="0" fontAlgn="base">
        <a:spcBef>
          <a:spcPct val="20000"/>
        </a:spcBef>
        <a:spcAft>
          <a:spcPct val="0"/>
        </a:spcAft>
        <a:buClr>
          <a:schemeClr val="hlink"/>
        </a:buClr>
        <a:buSzPct val="65000"/>
        <a:buFont typeface="Wingdings" pitchFamily="2" charset="2"/>
        <a:buChar char="n"/>
        <a:defRPr sz="1600">
          <a:solidFill>
            <a:srgbClr val="000000"/>
          </a:solidFill>
          <a:effectLst>
            <a:outerShdw blurRad="38100" dist="38100" dir="2700000" algn="tl">
              <a:srgbClr val="C0C0C0"/>
            </a:outerShdw>
          </a:effectLst>
          <a:latin typeface="+mn-lt"/>
        </a:defRPr>
      </a:lvl8pPr>
      <a:lvl9pPr marL="3886200" indent="-228600" algn="l" rtl="0" fontAlgn="base">
        <a:spcBef>
          <a:spcPct val="20000"/>
        </a:spcBef>
        <a:spcAft>
          <a:spcPct val="0"/>
        </a:spcAft>
        <a:buClr>
          <a:schemeClr val="hlink"/>
        </a:buClr>
        <a:buSzPct val="65000"/>
        <a:buFont typeface="Wingdings" pitchFamily="2" charset="2"/>
        <a:buChar char="n"/>
        <a:defRPr sz="1600">
          <a:solidFill>
            <a:srgbClr val="000000"/>
          </a:solidFill>
          <a:effectLst>
            <a:outerShdw blurRad="38100" dist="38100" dir="2700000" algn="tl">
              <a:srgbClr val="C0C0C0"/>
            </a:outerShdw>
          </a:effectLst>
          <a:latin typeface="+mn-lt"/>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Número de Slide 6">
            <a:extLst>
              <a:ext uri="{FF2B5EF4-FFF2-40B4-BE49-F238E27FC236}">
                <a16:creationId xmlns:a16="http://schemas.microsoft.com/office/drawing/2014/main" id="{A22DC737-D768-38A3-11B8-53A5F793BBB1}"/>
              </a:ext>
            </a:extLst>
          </p:cNvPr>
          <p:cNvSpPr>
            <a:spLocks noGrp="1"/>
          </p:cNvSpPr>
          <p:nvPr>
            <p:ph type="sldNum" sz="quarter" idx="12"/>
          </p:nvPr>
        </p:nvSpPr>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defRPr/>
            </a:pPr>
            <a:fld id="{F903DCFB-71E3-42FA-9B32-47A90477430B}" type="slidenum">
              <a:rPr lang="pt-BR" altLang="pt-BR" smtClean="0">
                <a:solidFill>
                  <a:srgbClr val="000000"/>
                </a:solidFill>
                <a:latin typeface="Arial" panose="020B0604020202020204" pitchFamily="34" charset="0"/>
              </a:rPr>
              <a:pPr>
                <a:defRPr/>
              </a:pPr>
              <a:t>1</a:t>
            </a:fld>
            <a:endParaRPr lang="pt-BR" altLang="pt-BR">
              <a:solidFill>
                <a:srgbClr val="000000"/>
              </a:solidFill>
              <a:latin typeface="Arial" panose="020B0604020202020204" pitchFamily="34" charset="0"/>
            </a:endParaRPr>
          </a:p>
        </p:txBody>
      </p:sp>
      <p:sp>
        <p:nvSpPr>
          <p:cNvPr id="1608706" name="Rectangle 2">
            <a:extLst>
              <a:ext uri="{FF2B5EF4-FFF2-40B4-BE49-F238E27FC236}">
                <a16:creationId xmlns:a16="http://schemas.microsoft.com/office/drawing/2014/main" id="{28386C9C-2785-66B5-0C60-FFA4BEEA20FE}"/>
              </a:ext>
            </a:extLst>
          </p:cNvPr>
          <p:cNvSpPr>
            <a:spLocks noGrp="1" noChangeArrowheads="1"/>
          </p:cNvSpPr>
          <p:nvPr>
            <p:ph type="title"/>
          </p:nvPr>
        </p:nvSpPr>
        <p:spPr>
          <a:xfrm>
            <a:off x="1981200" y="692150"/>
            <a:ext cx="8229600" cy="1371600"/>
          </a:xfrm>
        </p:spPr>
        <p:txBody>
          <a:bodyPr/>
          <a:lstStyle/>
          <a:p>
            <a:pPr>
              <a:defRPr/>
            </a:pPr>
            <a:r>
              <a:rPr lang="pt-BR" dirty="0"/>
              <a:t>Linguagem de Programação C</a:t>
            </a:r>
            <a:br>
              <a:rPr lang="pt-BR" dirty="0"/>
            </a:br>
            <a:br>
              <a:rPr lang="pt-BR" dirty="0"/>
            </a:br>
            <a:r>
              <a:rPr lang="pt-BR" dirty="0"/>
              <a:t>UNIDADE 6</a:t>
            </a:r>
            <a:endParaRPr lang="pt-BR" altLang="pt-BR" dirty="0">
              <a:effectLs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Número de Slide 6">
            <a:extLst>
              <a:ext uri="{FF2B5EF4-FFF2-40B4-BE49-F238E27FC236}">
                <a16:creationId xmlns:a16="http://schemas.microsoft.com/office/drawing/2014/main" id="{6AD95FB1-A115-56C8-AAC3-84EA21288BF6}"/>
              </a:ext>
            </a:extLst>
          </p:cNvPr>
          <p:cNvSpPr>
            <a:spLocks noGrp="1"/>
          </p:cNvSpPr>
          <p:nvPr>
            <p:ph type="sldNum" sz="quarter" idx="12"/>
          </p:nvPr>
        </p:nvSpPr>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defRPr/>
            </a:pPr>
            <a:fld id="{E37DAD48-407C-4314-8336-55E441602C29}" type="slidenum">
              <a:rPr lang="pt-BR" altLang="pt-BR" smtClean="0">
                <a:solidFill>
                  <a:srgbClr val="000000"/>
                </a:solidFill>
                <a:latin typeface="Arial" panose="020B0604020202020204" pitchFamily="34" charset="0"/>
              </a:rPr>
              <a:pPr>
                <a:defRPr/>
              </a:pPr>
              <a:t>2</a:t>
            </a:fld>
            <a:endParaRPr lang="pt-BR" altLang="pt-BR">
              <a:solidFill>
                <a:srgbClr val="000000"/>
              </a:solidFill>
              <a:latin typeface="Arial" panose="020B0604020202020204" pitchFamily="34" charset="0"/>
            </a:endParaRPr>
          </a:p>
        </p:txBody>
      </p:sp>
      <p:sp>
        <p:nvSpPr>
          <p:cNvPr id="1608706" name="Rectangle 2">
            <a:extLst>
              <a:ext uri="{FF2B5EF4-FFF2-40B4-BE49-F238E27FC236}">
                <a16:creationId xmlns:a16="http://schemas.microsoft.com/office/drawing/2014/main" id="{535888DD-9A20-2BCA-61A7-931FCB0A5929}"/>
              </a:ext>
            </a:extLst>
          </p:cNvPr>
          <p:cNvSpPr>
            <a:spLocks noGrp="1" noChangeArrowheads="1"/>
          </p:cNvSpPr>
          <p:nvPr>
            <p:ph type="title"/>
          </p:nvPr>
        </p:nvSpPr>
        <p:spPr>
          <a:xfrm>
            <a:off x="1981200" y="692150"/>
            <a:ext cx="8229600" cy="1371600"/>
          </a:xfrm>
        </p:spPr>
        <p:txBody>
          <a:bodyPr/>
          <a:lstStyle/>
          <a:p>
            <a:pPr>
              <a:defRPr/>
            </a:pPr>
            <a:r>
              <a:rPr lang="pt-BR" dirty="0"/>
              <a:t>Linguagem de Programação C</a:t>
            </a:r>
            <a:br>
              <a:rPr lang="pt-BR" dirty="0"/>
            </a:br>
            <a:br>
              <a:rPr lang="pt-BR" dirty="0"/>
            </a:br>
            <a:r>
              <a:rPr lang="pt-BR" dirty="0"/>
              <a:t>UNIDADE 6</a:t>
            </a:r>
            <a:endParaRPr lang="pt-BR" altLang="pt-BR" dirty="0">
              <a:effectLst/>
            </a:endParaRPr>
          </a:p>
        </p:txBody>
      </p:sp>
      <p:sp>
        <p:nvSpPr>
          <p:cNvPr id="6148" name="Rectangle 3">
            <a:extLst>
              <a:ext uri="{FF2B5EF4-FFF2-40B4-BE49-F238E27FC236}">
                <a16:creationId xmlns:a16="http://schemas.microsoft.com/office/drawing/2014/main" id="{6A9DBF1C-81EA-E44D-82D0-841DD574B3B4}"/>
              </a:ext>
            </a:extLst>
          </p:cNvPr>
          <p:cNvSpPr>
            <a:spLocks noGrp="1" noChangeArrowheads="1"/>
          </p:cNvSpPr>
          <p:nvPr>
            <p:ph type="body" sz="half" idx="1"/>
          </p:nvPr>
        </p:nvSpPr>
        <p:spPr>
          <a:xfrm>
            <a:off x="1775521" y="1916832"/>
            <a:ext cx="8291513" cy="4114800"/>
          </a:xfrm>
        </p:spPr>
        <p:txBody>
          <a:bodyPr/>
          <a:lstStyle/>
          <a:p>
            <a:pPr marL="93663" indent="263525">
              <a:lnSpc>
                <a:spcPct val="80000"/>
              </a:lnSpc>
              <a:spcBef>
                <a:spcPct val="0"/>
              </a:spcBef>
              <a:spcAft>
                <a:spcPct val="0"/>
              </a:spcAft>
              <a:buClrTx/>
              <a:buSzTx/>
            </a:pPr>
            <a:endParaRPr lang="pt-BR" altLang="pt-BR" sz="2000" b="1" u="sng" dirty="0">
              <a:effectLst/>
            </a:endParaRPr>
          </a:p>
          <a:p>
            <a:pPr marL="93663" indent="263525" algn="just">
              <a:lnSpc>
                <a:spcPct val="80000"/>
              </a:lnSpc>
            </a:pPr>
            <a:r>
              <a:rPr lang="pt-BR" altLang="pt-BR" b="1" dirty="0">
                <a:effectLst/>
              </a:rPr>
              <a:t>Variáveis compostas</a:t>
            </a:r>
          </a:p>
          <a:p>
            <a:pPr marL="93663" indent="263525" algn="just">
              <a:lnSpc>
                <a:spcPct val="80000"/>
              </a:lnSpc>
            </a:pPr>
            <a:r>
              <a:rPr lang="pt-BR" altLang="pt-BR" b="1" dirty="0">
                <a:effectLst/>
              </a:rPr>
              <a:t>      6.1 - Vetores e matrizes estáticos (variáveis homogêneas)</a:t>
            </a:r>
          </a:p>
          <a:p>
            <a:pPr marL="93663" indent="263525" algn="just">
              <a:lnSpc>
                <a:spcPct val="80000"/>
              </a:lnSpc>
            </a:pPr>
            <a:r>
              <a:rPr lang="pt-BR" altLang="pt-BR" b="1" dirty="0">
                <a:effectLst/>
              </a:rPr>
              <a:t>      6.2 - </a:t>
            </a:r>
            <a:r>
              <a:rPr lang="pt-BR" altLang="pt-BR" b="1" dirty="0" err="1">
                <a:effectLst/>
              </a:rPr>
              <a:t>Strings</a:t>
            </a:r>
            <a:endParaRPr lang="pt-BR" altLang="pt-BR" b="1" dirty="0">
              <a:effectLst/>
            </a:endParaRPr>
          </a:p>
          <a:p>
            <a:pPr marL="93663" indent="263525" algn="just">
              <a:lnSpc>
                <a:spcPct val="80000"/>
              </a:lnSpc>
            </a:pPr>
            <a:r>
              <a:rPr lang="pt-BR" altLang="pt-BR" b="1" dirty="0">
                <a:effectLst/>
              </a:rPr>
              <a:t>      6.3 - </a:t>
            </a:r>
            <a:r>
              <a:rPr lang="pt-BR" altLang="pt-BR" b="1" dirty="0" err="1">
                <a:effectLst/>
              </a:rPr>
              <a:t>Arrays</a:t>
            </a:r>
            <a:r>
              <a:rPr lang="pt-BR" altLang="pt-BR" b="1" dirty="0">
                <a:effectLst/>
              </a:rPr>
              <a:t> multidimensionais</a:t>
            </a:r>
          </a:p>
          <a:p>
            <a:pPr marL="93663" indent="263525" algn="just">
              <a:lnSpc>
                <a:spcPct val="80000"/>
              </a:lnSpc>
            </a:pPr>
            <a:r>
              <a:rPr lang="pt-BR" altLang="pt-BR" b="1" dirty="0">
                <a:effectLst/>
              </a:rPr>
              <a:t>      6.4 - Estruturas (variáveis heterogêneas)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ço Reservado para Número de Slide 5">
            <a:extLst>
              <a:ext uri="{FF2B5EF4-FFF2-40B4-BE49-F238E27FC236}">
                <a16:creationId xmlns:a16="http://schemas.microsoft.com/office/drawing/2014/main" id="{DF676F0A-C59E-7906-0709-0E88B8C50A0C}"/>
              </a:ext>
            </a:extLst>
          </p:cNvPr>
          <p:cNvSpPr>
            <a:spLocks noGrp="1"/>
          </p:cNvSpPr>
          <p:nvPr>
            <p:ph type="sldNum" sz="quarter" idx="12"/>
          </p:nvPr>
        </p:nvSpPr>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defRPr/>
            </a:pPr>
            <a:fld id="{2762107D-1315-4B15-8617-57E9D88333D2}" type="slidenum">
              <a:rPr lang="pt-BR" altLang="pt-BR" smtClean="0">
                <a:solidFill>
                  <a:srgbClr val="000000"/>
                </a:solidFill>
                <a:latin typeface="Arial" panose="020B0604020202020204" pitchFamily="34" charset="0"/>
              </a:rPr>
              <a:pPr>
                <a:defRPr/>
              </a:pPr>
              <a:t>3</a:t>
            </a:fld>
            <a:endParaRPr lang="pt-BR" altLang="pt-BR">
              <a:solidFill>
                <a:srgbClr val="000000"/>
              </a:solidFill>
              <a:latin typeface="Arial" panose="020B0604020202020204" pitchFamily="34" charset="0"/>
            </a:endParaRPr>
          </a:p>
        </p:txBody>
      </p:sp>
      <p:sp>
        <p:nvSpPr>
          <p:cNvPr id="8195" name="Rectangle 2">
            <a:extLst>
              <a:ext uri="{FF2B5EF4-FFF2-40B4-BE49-F238E27FC236}">
                <a16:creationId xmlns:a16="http://schemas.microsoft.com/office/drawing/2014/main" id="{74DBD84E-EFC1-5C65-7B3A-7AEB9DF7EA64}"/>
              </a:ext>
            </a:extLst>
          </p:cNvPr>
          <p:cNvSpPr>
            <a:spLocks noGrp="1" noChangeArrowheads="1"/>
          </p:cNvSpPr>
          <p:nvPr>
            <p:ph type="title"/>
          </p:nvPr>
        </p:nvSpPr>
        <p:spPr/>
        <p:txBody>
          <a:bodyPr/>
          <a:lstStyle/>
          <a:p>
            <a:r>
              <a:rPr lang="pt-BR" altLang="zh-CN" dirty="0">
                <a:effectLst/>
                <a:ea typeface="SimSun" panose="02010600030101010101" pitchFamily="2" charset="-122"/>
              </a:rPr>
              <a:t>6.1 - Vetores e matrizes estáticos (variáveis homogêneas)</a:t>
            </a:r>
            <a:endParaRPr lang="pt-BR" altLang="pt-BR" dirty="0">
              <a:effectLst/>
            </a:endParaRPr>
          </a:p>
        </p:txBody>
      </p:sp>
      <p:sp>
        <p:nvSpPr>
          <p:cNvPr id="8196" name="Rectangle 3">
            <a:extLst>
              <a:ext uri="{FF2B5EF4-FFF2-40B4-BE49-F238E27FC236}">
                <a16:creationId xmlns:a16="http://schemas.microsoft.com/office/drawing/2014/main" id="{AEB67A45-CA37-CB39-1649-DCCED3A2D8BB}"/>
              </a:ext>
            </a:extLst>
          </p:cNvPr>
          <p:cNvSpPr>
            <a:spLocks noGrp="1" noChangeArrowheads="1"/>
          </p:cNvSpPr>
          <p:nvPr>
            <p:ph type="body" idx="1"/>
          </p:nvPr>
        </p:nvSpPr>
        <p:spPr/>
        <p:txBody>
          <a:bodyPr/>
          <a:lstStyle/>
          <a:p>
            <a:pPr algn="just"/>
            <a:r>
              <a:rPr lang="pt-BR" altLang="zh-CN">
                <a:effectLst/>
                <a:ea typeface="SimSun" panose="02010600030101010101" pitchFamily="2" charset="-122"/>
              </a:rPr>
              <a:t> </a:t>
            </a:r>
          </a:p>
          <a:p>
            <a:pPr algn="just">
              <a:buFont typeface="Wingdings" panose="05000000000000000000" pitchFamily="2" charset="2"/>
              <a:buChar char="n"/>
            </a:pPr>
            <a:r>
              <a:rPr lang="pt-BR" altLang="zh-CN" b="1">
                <a:effectLst/>
                <a:ea typeface="SimSun" panose="02010600030101010101" pitchFamily="2" charset="-122"/>
              </a:rPr>
              <a:t>Definição</a:t>
            </a:r>
            <a:r>
              <a:rPr lang="pt-BR" altLang="zh-CN">
                <a:effectLst/>
                <a:ea typeface="SimSun" panose="02010600030101010101" pitchFamily="2" charset="-122"/>
              </a:rPr>
              <a:t>: um </a:t>
            </a:r>
            <a:r>
              <a:rPr lang="pt-BR" altLang="zh-CN" i="1">
                <a:effectLst/>
                <a:ea typeface="SimSun" panose="02010600030101010101" pitchFamily="2" charset="-122"/>
              </a:rPr>
              <a:t>vetor </a:t>
            </a:r>
            <a:r>
              <a:rPr lang="pt-BR" altLang="zh-CN">
                <a:effectLst/>
                <a:ea typeface="SimSun" panose="02010600030101010101" pitchFamily="2" charset="-122"/>
              </a:rPr>
              <a:t>é um conjunto de variáveis de um mesmo tipo de dado as quais são acessadas e referenciadas através da posição de </a:t>
            </a:r>
            <a:r>
              <a:rPr lang="pt-BR" altLang="zh-CN" i="1">
                <a:effectLst/>
                <a:ea typeface="SimSun" panose="02010600030101010101" pitchFamily="2" charset="-122"/>
              </a:rPr>
              <a:t>índices </a:t>
            </a:r>
            <a:r>
              <a:rPr lang="pt-BR" altLang="zh-CN">
                <a:effectLst/>
                <a:ea typeface="SimSun" panose="02010600030101010101" pitchFamily="2" charset="-122"/>
              </a:rPr>
              <a:t>ao identificador do vetor.</a:t>
            </a:r>
          </a:p>
          <a:p>
            <a:pPr algn="just">
              <a:buFont typeface="Wingdings" panose="05000000000000000000" pitchFamily="2" charset="2"/>
              <a:buChar char="n"/>
            </a:pPr>
            <a:r>
              <a:rPr lang="pt-BR" altLang="zh-CN">
                <a:effectLst/>
                <a:ea typeface="SimSun" panose="02010600030101010101" pitchFamily="2" charset="-122"/>
              </a:rPr>
              <a:t>Em muitas aplicações, quando queremos trabalhar com conjuntos de dados que são </a:t>
            </a:r>
            <a:r>
              <a:rPr lang="pt-BR" altLang="zh-CN" b="1">
                <a:effectLst/>
                <a:ea typeface="SimSun" panose="02010600030101010101" pitchFamily="2" charset="-122"/>
              </a:rPr>
              <a:t>semelhantes em tipo </a:t>
            </a:r>
            <a:r>
              <a:rPr lang="pt-BR" altLang="zh-CN">
                <a:effectLst/>
                <a:ea typeface="SimSun" panose="02010600030101010101" pitchFamily="2" charset="-122"/>
              </a:rPr>
              <a:t>seria conveniente poder colocar estas informações sob um mesmo conjunto. </a:t>
            </a:r>
          </a:p>
          <a:p>
            <a:pPr algn="just">
              <a:buFont typeface="Wingdings" panose="05000000000000000000" pitchFamily="2" charset="2"/>
              <a:buChar char="n"/>
            </a:pPr>
            <a:r>
              <a:rPr lang="pt-BR" altLang="zh-CN">
                <a:effectLst/>
                <a:ea typeface="SimSun" panose="02010600030101010101" pitchFamily="2" charset="-122"/>
              </a:rPr>
              <a:t>   Por exemplo, no caso do conjunto das alturas dos alunos de uma turma, ou um conjunto de seus nomes podem ser referenciados cada dado individual deste conjunto por um número índice. </a:t>
            </a:r>
          </a:p>
        </p:txBody>
      </p:sp>
      <p:sp>
        <p:nvSpPr>
          <p:cNvPr id="1526788" name="Rectangle 4">
            <a:extLst>
              <a:ext uri="{FF2B5EF4-FFF2-40B4-BE49-F238E27FC236}">
                <a16:creationId xmlns:a16="http://schemas.microsoft.com/office/drawing/2014/main" id="{28D3AB25-539C-DA15-5F98-4E90FC35002D}"/>
              </a:ext>
            </a:extLst>
          </p:cNvPr>
          <p:cNvSpPr>
            <a:spLocks noChangeArrowheads="1"/>
          </p:cNvSpPr>
          <p:nvPr/>
        </p:nvSpPr>
        <p:spPr bwMode="auto">
          <a:xfrm>
            <a:off x="3359151" y="5229226"/>
            <a:ext cx="5643563" cy="366713"/>
          </a:xfrm>
          <a:prstGeom prst="rect">
            <a:avLst/>
          </a:prstGeom>
          <a:solidFill>
            <a:schemeClr val="folHlink"/>
          </a:solidFill>
          <a:ln>
            <a:noFill/>
          </a:ln>
          <a:effectLst/>
        </p:spPr>
        <p:txBody>
          <a:bodyPr wrap="none">
            <a:spAutoFit/>
          </a:bodyPr>
          <a:lstStyle/>
          <a:p>
            <a:pPr>
              <a:defRPr/>
            </a:pPr>
            <a:r>
              <a:rPr lang="es-ES" altLang="pt-BR" dirty="0">
                <a:solidFill>
                  <a:srgbClr val="000000"/>
                </a:solidFill>
                <a:effectLst>
                  <a:outerShdw blurRad="38100" dist="38100" dir="2700000" algn="tl">
                    <a:srgbClr val="FFFFFF"/>
                  </a:outerShdw>
                </a:effectLst>
              </a:rPr>
              <a:t>altura[7] = {1.80, 1.30, 1.48, 1.90, 1.73, 1.96, 1.76};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ço Reservado para Número de Slide 5">
            <a:extLst>
              <a:ext uri="{FF2B5EF4-FFF2-40B4-BE49-F238E27FC236}">
                <a16:creationId xmlns:a16="http://schemas.microsoft.com/office/drawing/2014/main" id="{533078AC-7B15-DAF3-A373-BD01122A9B86}"/>
              </a:ext>
            </a:extLst>
          </p:cNvPr>
          <p:cNvSpPr>
            <a:spLocks noGrp="1"/>
          </p:cNvSpPr>
          <p:nvPr>
            <p:ph type="sldNum" sz="quarter" idx="12"/>
          </p:nvPr>
        </p:nvSpPr>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defRPr/>
            </a:pPr>
            <a:fld id="{7ED4B546-BDDD-4EEF-A695-835CE524D31D}" type="slidenum">
              <a:rPr lang="pt-BR" altLang="pt-BR" smtClean="0">
                <a:solidFill>
                  <a:srgbClr val="000000"/>
                </a:solidFill>
                <a:latin typeface="Arial" panose="020B0604020202020204" pitchFamily="34" charset="0"/>
              </a:rPr>
              <a:pPr>
                <a:defRPr/>
              </a:pPr>
              <a:t>4</a:t>
            </a:fld>
            <a:endParaRPr lang="pt-BR" altLang="pt-BR">
              <a:solidFill>
                <a:srgbClr val="000000"/>
              </a:solidFill>
              <a:latin typeface="Arial" panose="020B0604020202020204" pitchFamily="34" charset="0"/>
            </a:endParaRPr>
          </a:p>
        </p:txBody>
      </p:sp>
      <p:sp>
        <p:nvSpPr>
          <p:cNvPr id="10243" name="Rectangle 2">
            <a:extLst>
              <a:ext uri="{FF2B5EF4-FFF2-40B4-BE49-F238E27FC236}">
                <a16:creationId xmlns:a16="http://schemas.microsoft.com/office/drawing/2014/main" id="{6BA5AAEA-87AC-83B0-1DE4-FF2DF2A8369A}"/>
              </a:ext>
            </a:extLst>
          </p:cNvPr>
          <p:cNvSpPr>
            <a:spLocks noGrp="1" noChangeArrowheads="1"/>
          </p:cNvSpPr>
          <p:nvPr>
            <p:ph type="title"/>
          </p:nvPr>
        </p:nvSpPr>
        <p:spPr/>
        <p:txBody>
          <a:bodyPr/>
          <a:lstStyle/>
          <a:p>
            <a:r>
              <a:rPr lang="pt-BR" altLang="zh-CN" dirty="0">
                <a:effectLst/>
                <a:ea typeface="SimSun" panose="02010600030101010101" pitchFamily="2" charset="-122"/>
              </a:rPr>
              <a:t>6.1 - Vetores e matrizes estáticos (variáveis homogêneas)</a:t>
            </a:r>
            <a:endParaRPr lang="pt-BR" altLang="pt-BR" dirty="0">
              <a:effectLst/>
            </a:endParaRPr>
          </a:p>
        </p:txBody>
      </p:sp>
      <p:sp>
        <p:nvSpPr>
          <p:cNvPr id="10244" name="Rectangle 3">
            <a:extLst>
              <a:ext uri="{FF2B5EF4-FFF2-40B4-BE49-F238E27FC236}">
                <a16:creationId xmlns:a16="http://schemas.microsoft.com/office/drawing/2014/main" id="{BA85F451-0E58-689F-44BC-3D1817D1336C}"/>
              </a:ext>
            </a:extLst>
          </p:cNvPr>
          <p:cNvSpPr>
            <a:spLocks noGrp="1" noChangeArrowheads="1"/>
          </p:cNvSpPr>
          <p:nvPr>
            <p:ph type="body" idx="1"/>
          </p:nvPr>
        </p:nvSpPr>
        <p:spPr/>
        <p:txBody>
          <a:bodyPr/>
          <a:lstStyle/>
          <a:p>
            <a:pPr algn="just">
              <a:buFont typeface="Wingdings" panose="05000000000000000000" pitchFamily="2" charset="2"/>
              <a:buChar char="n"/>
            </a:pPr>
            <a:r>
              <a:rPr lang="pt-BR" altLang="zh-CN">
                <a:effectLst/>
                <a:ea typeface="SimSun" panose="02010600030101010101" pitchFamily="2" charset="-122"/>
              </a:rPr>
              <a:t>Em programação, este tipo de estrutura de dados é chamada de </a:t>
            </a:r>
            <a:r>
              <a:rPr lang="pt-BR" altLang="zh-CN" b="1">
                <a:effectLst/>
                <a:ea typeface="SimSun" panose="02010600030101010101" pitchFamily="2" charset="-122"/>
              </a:rPr>
              <a:t>vetor</a:t>
            </a:r>
            <a:r>
              <a:rPr lang="pt-BR" altLang="zh-CN">
                <a:effectLst/>
                <a:ea typeface="SimSun" panose="02010600030101010101" pitchFamily="2" charset="-122"/>
              </a:rPr>
              <a:t> (ou </a:t>
            </a:r>
            <a:r>
              <a:rPr lang="pt-BR" altLang="zh-CN" i="1">
                <a:effectLst/>
                <a:ea typeface="SimSun" panose="02010600030101010101" pitchFamily="2" charset="-122"/>
              </a:rPr>
              <a:t>array</a:t>
            </a:r>
            <a:r>
              <a:rPr lang="pt-BR" altLang="zh-CN">
                <a:effectLst/>
                <a:ea typeface="SimSun" panose="02010600030101010101" pitchFamily="2" charset="-122"/>
              </a:rPr>
              <a:t>, em inglês) ou, de maneira mais formal </a:t>
            </a:r>
            <a:r>
              <a:rPr lang="pt-BR" altLang="zh-CN" b="1">
                <a:effectLst/>
                <a:ea typeface="SimSun" panose="02010600030101010101" pitchFamily="2" charset="-122"/>
              </a:rPr>
              <a:t>estruturas de dados homogêneas</a:t>
            </a:r>
            <a:r>
              <a:rPr lang="pt-BR" altLang="zh-CN">
                <a:effectLst/>
                <a:ea typeface="SimSun" panose="02010600030101010101" pitchFamily="2" charset="-122"/>
              </a:rPr>
              <a:t>.  </a:t>
            </a:r>
          </a:p>
          <a:p>
            <a:pPr algn="just">
              <a:buFont typeface="Wingdings" panose="05000000000000000000" pitchFamily="2" charset="2"/>
              <a:buChar char="n"/>
            </a:pPr>
            <a:r>
              <a:rPr lang="pt-BR" altLang="pt-BR">
                <a:effectLst/>
                <a:ea typeface="SimSun" panose="02010600030101010101" pitchFamily="2" charset="-122"/>
              </a:rPr>
              <a:t>   Os vetores são estruturas de dados </a:t>
            </a:r>
            <a:r>
              <a:rPr lang="pt-BR" altLang="pt-BR" b="1">
                <a:effectLst/>
                <a:ea typeface="SimSun" panose="02010600030101010101" pitchFamily="2" charset="-122"/>
              </a:rPr>
              <a:t>estáticas</a:t>
            </a:r>
            <a:r>
              <a:rPr lang="pt-BR" altLang="pt-BR">
                <a:effectLst/>
                <a:ea typeface="SimSun" panose="02010600030101010101" pitchFamily="2" charset="-122"/>
              </a:rPr>
              <a:t>, já que </a:t>
            </a:r>
            <a:r>
              <a:rPr lang="pt-BR" altLang="pt-BR" b="1">
                <a:effectLst/>
                <a:ea typeface="SimSun" panose="02010600030101010101" pitchFamily="2" charset="-122"/>
              </a:rPr>
              <a:t>permanecem do mesmo tamanho</a:t>
            </a:r>
            <a:r>
              <a:rPr lang="pt-BR" altLang="pt-BR">
                <a:effectLst/>
                <a:ea typeface="SimSun" panose="02010600030101010101" pitchFamily="2" charset="-122"/>
              </a:rPr>
              <a:t> ao longo de toda a execução do programa. </a:t>
            </a:r>
          </a:p>
          <a:p>
            <a:pPr algn="just">
              <a:buFont typeface="Wingdings" panose="05000000000000000000" pitchFamily="2" charset="2"/>
              <a:buChar char="n"/>
            </a:pPr>
            <a:r>
              <a:rPr lang="pt-BR" altLang="pt-BR">
                <a:effectLst/>
                <a:ea typeface="SimSun" panose="02010600030101010101" pitchFamily="2" charset="-122"/>
              </a:rPr>
              <a:t> Um vetor em C é um grupo de locais de memória relacionados pelo fato de que todos têm o mesmo nome e o mesmo tipo.</a:t>
            </a:r>
            <a:endParaRPr lang="pt-BR" altLang="zh-CN">
              <a:effectLst/>
              <a:ea typeface="SimSun" panose="02010600030101010101" pitchFamily="2" charset="-122"/>
            </a:endParaRPr>
          </a:p>
        </p:txBody>
      </p:sp>
      <p:sp>
        <p:nvSpPr>
          <p:cNvPr id="1611780" name="Rectangle 4">
            <a:extLst>
              <a:ext uri="{FF2B5EF4-FFF2-40B4-BE49-F238E27FC236}">
                <a16:creationId xmlns:a16="http://schemas.microsoft.com/office/drawing/2014/main" id="{9DBCB4D1-BD44-F6A4-0C07-D08D9C640AFC}"/>
              </a:ext>
            </a:extLst>
          </p:cNvPr>
          <p:cNvSpPr>
            <a:spLocks noChangeArrowheads="1"/>
          </p:cNvSpPr>
          <p:nvPr/>
        </p:nvSpPr>
        <p:spPr bwMode="auto">
          <a:xfrm>
            <a:off x="3359150" y="4221164"/>
            <a:ext cx="6205538" cy="369887"/>
          </a:xfrm>
          <a:prstGeom prst="rect">
            <a:avLst/>
          </a:prstGeom>
          <a:solidFill>
            <a:schemeClr val="folHlink"/>
          </a:solidFill>
          <a:ln>
            <a:noFill/>
          </a:ln>
          <a:effectLst/>
        </p:spPr>
        <p:txBody>
          <a:bodyPr wrap="none">
            <a:spAutoFit/>
          </a:bodyPr>
          <a:lstStyle/>
          <a:p>
            <a:pPr>
              <a:defRPr/>
            </a:pPr>
            <a:r>
              <a:rPr lang="es-ES" altLang="pt-BR" dirty="0" err="1">
                <a:solidFill>
                  <a:srgbClr val="000000"/>
                </a:solidFill>
                <a:effectLst>
                  <a:outerShdw blurRad="38100" dist="38100" dir="2700000" algn="tl">
                    <a:srgbClr val="FFFFFF"/>
                  </a:outerShdw>
                </a:effectLst>
              </a:rPr>
              <a:t>Float</a:t>
            </a:r>
            <a:r>
              <a:rPr lang="es-ES" altLang="pt-BR" dirty="0">
                <a:solidFill>
                  <a:srgbClr val="000000"/>
                </a:solidFill>
                <a:effectLst>
                  <a:outerShdw blurRad="38100" dist="38100" dir="2700000" algn="tl">
                    <a:srgbClr val="FFFFFF"/>
                  </a:outerShdw>
                </a:effectLst>
              </a:rPr>
              <a:t> altura[7] = {1.80, 1.30, 1.48, 1.90, 1.73, 1.96, 1.76};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Número de Slide 5">
            <a:extLst>
              <a:ext uri="{FF2B5EF4-FFF2-40B4-BE49-F238E27FC236}">
                <a16:creationId xmlns:a16="http://schemas.microsoft.com/office/drawing/2014/main" id="{2FC6B91E-1C68-4E8E-8F68-45F90EA0F594}"/>
              </a:ext>
            </a:extLst>
          </p:cNvPr>
          <p:cNvSpPr>
            <a:spLocks noGrp="1"/>
          </p:cNvSpPr>
          <p:nvPr>
            <p:ph type="sldNum" sz="quarter" idx="12"/>
          </p:nvPr>
        </p:nvSpPr>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defRPr/>
            </a:pPr>
            <a:fld id="{754527D5-E856-4540-93AC-7CD300BD231C}" type="slidenum">
              <a:rPr lang="pt-BR" altLang="pt-BR" smtClean="0">
                <a:solidFill>
                  <a:srgbClr val="000000"/>
                </a:solidFill>
                <a:latin typeface="Arial" panose="020B0604020202020204" pitchFamily="34" charset="0"/>
              </a:rPr>
              <a:pPr>
                <a:defRPr/>
              </a:pPr>
              <a:t>5</a:t>
            </a:fld>
            <a:endParaRPr lang="pt-BR" altLang="pt-BR">
              <a:solidFill>
                <a:srgbClr val="000000"/>
              </a:solidFill>
              <a:latin typeface="Arial" panose="020B0604020202020204" pitchFamily="34" charset="0"/>
            </a:endParaRPr>
          </a:p>
        </p:txBody>
      </p:sp>
      <p:sp>
        <p:nvSpPr>
          <p:cNvPr id="12291" name="Rectangle 2">
            <a:extLst>
              <a:ext uri="{FF2B5EF4-FFF2-40B4-BE49-F238E27FC236}">
                <a16:creationId xmlns:a16="http://schemas.microsoft.com/office/drawing/2014/main" id="{BF0046D1-F129-19B8-35CD-BF38823FCD9E}"/>
              </a:ext>
            </a:extLst>
          </p:cNvPr>
          <p:cNvSpPr>
            <a:spLocks noGrp="1" noChangeArrowheads="1"/>
          </p:cNvSpPr>
          <p:nvPr>
            <p:ph type="title"/>
          </p:nvPr>
        </p:nvSpPr>
        <p:spPr/>
        <p:txBody>
          <a:bodyPr/>
          <a:lstStyle/>
          <a:p>
            <a:r>
              <a:rPr lang="pt-BR" altLang="zh-CN" dirty="0">
                <a:effectLst/>
                <a:ea typeface="SimSun" panose="02010600030101010101" pitchFamily="2" charset="-122"/>
              </a:rPr>
              <a:t>6.1 - Vetores e matrizes estáticos (variáveis homogêneas)</a:t>
            </a:r>
            <a:endParaRPr lang="pt-BR" altLang="pt-BR" dirty="0">
              <a:effectLst/>
              <a:ea typeface="SimSun" panose="02010600030101010101" pitchFamily="2" charset="-122"/>
            </a:endParaRPr>
          </a:p>
        </p:txBody>
      </p:sp>
      <p:sp>
        <p:nvSpPr>
          <p:cNvPr id="1536003" name="Rectangle 3">
            <a:extLst>
              <a:ext uri="{FF2B5EF4-FFF2-40B4-BE49-F238E27FC236}">
                <a16:creationId xmlns:a16="http://schemas.microsoft.com/office/drawing/2014/main" id="{A6BC4DE9-C65C-3094-C0F6-52DCEF2C32D6}"/>
              </a:ext>
            </a:extLst>
          </p:cNvPr>
          <p:cNvSpPr>
            <a:spLocks noGrp="1" noChangeArrowheads="1"/>
          </p:cNvSpPr>
          <p:nvPr>
            <p:ph type="body" idx="1"/>
          </p:nvPr>
        </p:nvSpPr>
        <p:spPr/>
        <p:txBody>
          <a:bodyPr/>
          <a:lstStyle/>
          <a:p>
            <a:pPr algn="just">
              <a:lnSpc>
                <a:spcPct val="90000"/>
              </a:lnSpc>
              <a:buFont typeface="Wingdings" panose="05000000000000000000" pitchFamily="2" charset="2"/>
              <a:buChar char="n"/>
              <a:defRPr/>
            </a:pPr>
            <a:r>
              <a:rPr lang="pt-BR" altLang="pt-BR" b="1">
                <a:effectLst/>
              </a:rPr>
              <a:t>   </a:t>
            </a:r>
            <a:r>
              <a:rPr lang="pt-BR" altLang="pt-BR" sz="2000" b="1">
                <a:effectLst/>
              </a:rPr>
              <a:t>Exemplo:</a:t>
            </a:r>
            <a:r>
              <a:rPr lang="pt-BR" altLang="pt-BR" sz="2000">
                <a:effectLst/>
              </a:rPr>
              <a:t> A maneira mais simples de entender um vetor é através da  visualização de um </a:t>
            </a:r>
            <a:r>
              <a:rPr lang="pt-BR" altLang="pt-BR" sz="2000" b="1">
                <a:effectLst/>
              </a:rPr>
              <a:t>lista</a:t>
            </a:r>
            <a:r>
              <a:rPr lang="pt-BR" altLang="pt-BR" sz="2000">
                <a:effectLst/>
              </a:rPr>
              <a:t>, de elementos com um nome coletivo e um índice de referência aos valores da lista.</a:t>
            </a:r>
          </a:p>
          <a:p>
            <a:pPr>
              <a:lnSpc>
                <a:spcPct val="90000"/>
              </a:lnSpc>
              <a:spcBef>
                <a:spcPct val="15000"/>
              </a:spcBef>
              <a:spcAft>
                <a:spcPct val="0"/>
              </a:spcAft>
              <a:defRPr/>
            </a:pPr>
            <a:r>
              <a:rPr lang="pt-BR" altLang="pt-BR">
                <a:effectLst/>
              </a:rPr>
              <a:t> </a:t>
            </a:r>
            <a:r>
              <a:rPr lang="pt-BR" altLang="pt-BR" b="1">
                <a:solidFill>
                  <a:schemeClr val="accent2"/>
                </a:solidFill>
                <a:effectLst/>
              </a:rPr>
              <a:t>n   nota</a:t>
            </a:r>
          </a:p>
          <a:p>
            <a:pPr>
              <a:lnSpc>
                <a:spcPct val="90000"/>
              </a:lnSpc>
              <a:spcBef>
                <a:spcPct val="15000"/>
              </a:spcBef>
              <a:spcAft>
                <a:spcPct val="0"/>
              </a:spcAft>
              <a:defRPr/>
            </a:pPr>
            <a:r>
              <a:rPr lang="pt-BR" altLang="pt-BR" b="1">
                <a:solidFill>
                  <a:schemeClr val="accent2"/>
                </a:solidFill>
                <a:effectLst/>
              </a:rPr>
              <a:t>0   8.4</a:t>
            </a:r>
          </a:p>
          <a:p>
            <a:pPr>
              <a:lnSpc>
                <a:spcPct val="90000"/>
              </a:lnSpc>
              <a:spcBef>
                <a:spcPct val="15000"/>
              </a:spcBef>
              <a:spcAft>
                <a:spcPct val="0"/>
              </a:spcAft>
              <a:defRPr/>
            </a:pPr>
            <a:r>
              <a:rPr lang="pt-BR" altLang="pt-BR" b="1">
                <a:solidFill>
                  <a:schemeClr val="accent2"/>
                </a:solidFill>
                <a:effectLst/>
              </a:rPr>
              <a:t>1   6.9</a:t>
            </a:r>
          </a:p>
          <a:p>
            <a:pPr>
              <a:lnSpc>
                <a:spcPct val="90000"/>
              </a:lnSpc>
              <a:spcBef>
                <a:spcPct val="15000"/>
              </a:spcBef>
              <a:spcAft>
                <a:spcPct val="0"/>
              </a:spcAft>
              <a:defRPr/>
            </a:pPr>
            <a:r>
              <a:rPr lang="pt-BR" altLang="pt-BR" b="1">
                <a:solidFill>
                  <a:schemeClr val="accent2"/>
                </a:solidFill>
                <a:effectLst/>
              </a:rPr>
              <a:t>2   4.5</a:t>
            </a:r>
          </a:p>
          <a:p>
            <a:pPr>
              <a:lnSpc>
                <a:spcPct val="90000"/>
              </a:lnSpc>
              <a:spcBef>
                <a:spcPct val="15000"/>
              </a:spcBef>
              <a:spcAft>
                <a:spcPct val="0"/>
              </a:spcAft>
              <a:defRPr/>
            </a:pPr>
            <a:r>
              <a:rPr lang="pt-BR" altLang="pt-BR" b="1">
                <a:solidFill>
                  <a:schemeClr val="accent2"/>
                </a:solidFill>
                <a:effectLst/>
              </a:rPr>
              <a:t>3   4.6</a:t>
            </a:r>
          </a:p>
          <a:p>
            <a:pPr>
              <a:lnSpc>
                <a:spcPct val="90000"/>
              </a:lnSpc>
              <a:spcBef>
                <a:spcPct val="15000"/>
              </a:spcBef>
              <a:spcAft>
                <a:spcPct val="0"/>
              </a:spcAft>
              <a:defRPr/>
            </a:pPr>
            <a:r>
              <a:rPr lang="pt-BR" altLang="pt-BR" b="1">
                <a:solidFill>
                  <a:schemeClr val="accent2"/>
                </a:solidFill>
                <a:effectLst/>
              </a:rPr>
              <a:t>4   7.2</a:t>
            </a:r>
          </a:p>
          <a:p>
            <a:pPr algn="l">
              <a:lnSpc>
                <a:spcPct val="90000"/>
              </a:lnSpc>
              <a:buFont typeface="Wingdings" panose="05000000000000000000" pitchFamily="2" charset="2"/>
              <a:buChar char="n"/>
              <a:defRPr/>
            </a:pPr>
            <a:r>
              <a:rPr lang="pt-BR" altLang="pt-BR">
                <a:effectLst/>
              </a:rPr>
              <a:t>    </a:t>
            </a:r>
            <a:r>
              <a:rPr lang="pt-BR" altLang="pt-BR" sz="2000">
                <a:effectLst/>
              </a:rPr>
              <a:t>Nesta lista, </a:t>
            </a:r>
            <a:r>
              <a:rPr lang="pt-BR" altLang="pt-BR" sz="2000" b="1">
                <a:effectLst/>
              </a:rPr>
              <a:t>n</a:t>
            </a:r>
            <a:r>
              <a:rPr lang="pt-BR" altLang="pt-BR" sz="2000">
                <a:effectLst/>
              </a:rPr>
              <a:t> representa um número de referência (índice) e </a:t>
            </a:r>
            <a:r>
              <a:rPr lang="pt-BR" altLang="pt-BR" sz="2000" b="1">
                <a:effectLst/>
              </a:rPr>
              <a:t>nota</a:t>
            </a:r>
            <a:r>
              <a:rPr lang="pt-BR" altLang="pt-BR" sz="2000">
                <a:effectLst/>
              </a:rPr>
              <a:t> é o nome do conjunto. Assim podemos dizer que:</a:t>
            </a:r>
          </a:p>
          <a:p>
            <a:pPr algn="l">
              <a:lnSpc>
                <a:spcPct val="90000"/>
              </a:lnSpc>
              <a:buFont typeface="Wingdings" panose="05000000000000000000" pitchFamily="2" charset="2"/>
              <a:buChar char="n"/>
              <a:defRPr/>
            </a:pPr>
            <a:r>
              <a:rPr lang="pt-BR" altLang="pt-BR" sz="2000">
                <a:effectLst/>
              </a:rPr>
              <a:t> a </a:t>
            </a:r>
            <a:r>
              <a:rPr lang="pt-BR" altLang="pt-BR" sz="2000" b="1">
                <a:effectLst/>
              </a:rPr>
              <a:t>1a.</a:t>
            </a:r>
            <a:r>
              <a:rPr lang="pt-BR" altLang="pt-BR" sz="2000">
                <a:effectLst/>
              </a:rPr>
              <a:t> nota é 8.4 ou representar  nota[</a:t>
            </a:r>
            <a:r>
              <a:rPr lang="pt-BR" altLang="pt-BR" sz="2000" b="1">
                <a:effectLst/>
              </a:rPr>
              <a:t>0</a:t>
            </a:r>
            <a:r>
              <a:rPr lang="pt-BR" altLang="pt-BR" sz="2000">
                <a:effectLst/>
              </a:rPr>
              <a:t>]=8.4;</a:t>
            </a:r>
          </a:p>
          <a:p>
            <a:pPr algn="l">
              <a:lnSpc>
                <a:spcPct val="90000"/>
              </a:lnSpc>
              <a:buFont typeface="Wingdings" panose="05000000000000000000" pitchFamily="2" charset="2"/>
              <a:buChar char="n"/>
              <a:defRPr/>
            </a:pPr>
            <a:r>
              <a:rPr lang="pt-BR" altLang="pt-BR" sz="2000">
                <a:effectLst/>
              </a:rPr>
              <a:t> a </a:t>
            </a:r>
            <a:r>
              <a:rPr lang="pt-BR" altLang="pt-BR" sz="2000" b="1">
                <a:effectLst/>
              </a:rPr>
              <a:t>2a</a:t>
            </a:r>
            <a:r>
              <a:rPr lang="pt-BR" altLang="pt-BR" sz="2000">
                <a:effectLst/>
              </a:rPr>
              <a:t>. nota é 6.9 ou representar  nota[</a:t>
            </a:r>
            <a:r>
              <a:rPr lang="pt-BR" altLang="pt-BR" sz="2000" b="1">
                <a:effectLst/>
              </a:rPr>
              <a:t>1</a:t>
            </a:r>
            <a:r>
              <a:rPr lang="pt-BR" altLang="pt-BR" sz="2000">
                <a:effectLst/>
              </a:rPr>
              <a:t>]=6.9.</a:t>
            </a:r>
            <a:endParaRPr lang="pt-BR" altLang="zh-CN" sz="2000">
              <a:ea typeface="SimSun" panose="02010600030101010101"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Número de Slide 5">
            <a:extLst>
              <a:ext uri="{FF2B5EF4-FFF2-40B4-BE49-F238E27FC236}">
                <a16:creationId xmlns:a16="http://schemas.microsoft.com/office/drawing/2014/main" id="{ECA748D7-A917-18E8-020B-56C271E5544B}"/>
              </a:ext>
            </a:extLst>
          </p:cNvPr>
          <p:cNvSpPr>
            <a:spLocks noGrp="1"/>
          </p:cNvSpPr>
          <p:nvPr>
            <p:ph type="sldNum" sz="quarter" idx="12"/>
          </p:nvPr>
        </p:nvSpPr>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defRPr/>
            </a:pPr>
            <a:fld id="{1BF7E599-4FFD-4E05-BD23-A19267753640}" type="slidenum">
              <a:rPr lang="pt-BR" altLang="pt-BR" smtClean="0">
                <a:solidFill>
                  <a:srgbClr val="000000"/>
                </a:solidFill>
                <a:latin typeface="Arial" panose="020B0604020202020204" pitchFamily="34" charset="0"/>
              </a:rPr>
              <a:pPr>
                <a:defRPr/>
              </a:pPr>
              <a:t>6</a:t>
            </a:fld>
            <a:endParaRPr lang="pt-BR" altLang="pt-BR">
              <a:solidFill>
                <a:srgbClr val="000000"/>
              </a:solidFill>
              <a:latin typeface="Arial" panose="020B0604020202020204" pitchFamily="34" charset="0"/>
            </a:endParaRPr>
          </a:p>
        </p:txBody>
      </p:sp>
      <p:sp>
        <p:nvSpPr>
          <p:cNvPr id="14339" name="Rectangle 2">
            <a:extLst>
              <a:ext uri="{FF2B5EF4-FFF2-40B4-BE49-F238E27FC236}">
                <a16:creationId xmlns:a16="http://schemas.microsoft.com/office/drawing/2014/main" id="{E0CF614C-6F9A-4390-EB12-D908912C73EB}"/>
              </a:ext>
            </a:extLst>
          </p:cNvPr>
          <p:cNvSpPr>
            <a:spLocks noGrp="1" noChangeArrowheads="1"/>
          </p:cNvSpPr>
          <p:nvPr>
            <p:ph type="title"/>
          </p:nvPr>
        </p:nvSpPr>
        <p:spPr/>
        <p:txBody>
          <a:bodyPr/>
          <a:lstStyle/>
          <a:p>
            <a:r>
              <a:rPr lang="pt-BR" altLang="zh-CN" dirty="0">
                <a:effectLst/>
                <a:ea typeface="SimSun" panose="02010600030101010101" pitchFamily="2" charset="-122"/>
              </a:rPr>
              <a:t>6.1 - Vetores e matrizes estáticos (variáveis homogêneas)</a:t>
            </a:r>
            <a:endParaRPr lang="pt-BR" altLang="pt-BR" dirty="0">
              <a:effectLst/>
              <a:ea typeface="SimSun" panose="02010600030101010101" pitchFamily="2" charset="-122"/>
            </a:endParaRPr>
          </a:p>
        </p:txBody>
      </p:sp>
      <p:sp>
        <p:nvSpPr>
          <p:cNvPr id="14340" name="Rectangle 3">
            <a:extLst>
              <a:ext uri="{FF2B5EF4-FFF2-40B4-BE49-F238E27FC236}">
                <a16:creationId xmlns:a16="http://schemas.microsoft.com/office/drawing/2014/main" id="{43F8C4B9-8E94-4F8C-329F-A2F768D0F8BE}"/>
              </a:ext>
            </a:extLst>
          </p:cNvPr>
          <p:cNvSpPr>
            <a:spLocks noGrp="1" noChangeArrowheads="1"/>
          </p:cNvSpPr>
          <p:nvPr>
            <p:ph type="body" idx="1"/>
          </p:nvPr>
        </p:nvSpPr>
        <p:spPr/>
        <p:txBody>
          <a:bodyPr/>
          <a:lstStyle/>
          <a:p>
            <a:pPr marL="177800" indent="-177800" algn="just">
              <a:buFont typeface="Wingdings" panose="05000000000000000000" pitchFamily="2" charset="2"/>
              <a:buChar char="n"/>
            </a:pPr>
            <a:r>
              <a:rPr lang="pt-BR" altLang="pt-BR">
                <a:effectLst/>
              </a:rPr>
              <a:t>   Para dizer ao computador reservar 10 elementos para o vetor de inteiros </a:t>
            </a:r>
            <a:r>
              <a:rPr lang="pt-BR" altLang="pt-BR" b="1">
                <a:effectLst/>
              </a:rPr>
              <a:t>c</a:t>
            </a:r>
            <a:r>
              <a:rPr lang="pt-BR" altLang="pt-BR">
                <a:effectLst/>
              </a:rPr>
              <a:t>, é usada a declaração int c[10];</a:t>
            </a:r>
          </a:p>
          <a:p>
            <a:pPr marL="177800" indent="-177800" algn="just">
              <a:buFont typeface="Wingdings" panose="05000000000000000000" pitchFamily="2" charset="2"/>
              <a:buChar char="n"/>
            </a:pPr>
            <a:r>
              <a:rPr lang="pt-BR" altLang="pt-BR">
                <a:effectLst/>
              </a:rPr>
              <a:t>   Para fazer referência a um determinado local ou elemento no vetor, especificamos o </a:t>
            </a:r>
            <a:r>
              <a:rPr lang="pt-BR" altLang="pt-BR" b="1">
                <a:effectLst/>
              </a:rPr>
              <a:t>nome do vetor</a:t>
            </a:r>
            <a:r>
              <a:rPr lang="pt-BR" altLang="pt-BR">
                <a:effectLst/>
              </a:rPr>
              <a:t> e o </a:t>
            </a:r>
            <a:r>
              <a:rPr lang="pt-BR" altLang="pt-BR" b="1" i="1">
                <a:effectLst/>
              </a:rPr>
              <a:t>número da posição</a:t>
            </a:r>
            <a:r>
              <a:rPr lang="pt-BR" altLang="pt-BR" i="1">
                <a:effectLst/>
              </a:rPr>
              <a:t> </a:t>
            </a:r>
            <a:r>
              <a:rPr lang="pt-BR" altLang="pt-BR">
                <a:effectLst/>
              </a:rPr>
              <a:t>daquele elemento no vetor. Exemplo: a = </a:t>
            </a:r>
            <a:r>
              <a:rPr lang="pt-BR" altLang="pt-BR" b="1">
                <a:effectLst/>
              </a:rPr>
              <a:t>c</a:t>
            </a:r>
            <a:r>
              <a:rPr lang="pt-BR" altLang="pt-BR">
                <a:effectLst/>
              </a:rPr>
              <a:t>[</a:t>
            </a:r>
            <a:r>
              <a:rPr lang="pt-BR" altLang="pt-BR" b="1">
                <a:effectLst/>
              </a:rPr>
              <a:t>5</a:t>
            </a:r>
            <a:r>
              <a:rPr lang="pt-BR" altLang="pt-BR">
                <a:effectLst/>
              </a:rPr>
              <a:t>];</a:t>
            </a:r>
          </a:p>
          <a:p>
            <a:pPr marL="177800" indent="-177800" algn="just">
              <a:buFont typeface="Wingdings" panose="05000000000000000000" pitchFamily="2" charset="2"/>
              <a:buChar char="n"/>
            </a:pPr>
            <a:r>
              <a:rPr lang="pt-BR" altLang="pt-BR">
                <a:effectLst/>
              </a:rPr>
              <a:t>   O </a:t>
            </a:r>
            <a:r>
              <a:rPr lang="pt-BR" altLang="pt-BR" b="1">
                <a:effectLst/>
              </a:rPr>
              <a:t>primeiro elemento</a:t>
            </a:r>
            <a:r>
              <a:rPr lang="pt-BR" altLang="pt-BR">
                <a:effectLst/>
              </a:rPr>
              <a:t> em qualquer vetor é o </a:t>
            </a:r>
            <a:r>
              <a:rPr lang="pt-BR" altLang="pt-BR" b="1" i="1">
                <a:effectLst/>
              </a:rPr>
              <a:t>elemento zero</a:t>
            </a:r>
            <a:r>
              <a:rPr lang="pt-BR" altLang="pt-BR">
                <a:effectLst/>
              </a:rPr>
              <a:t>. Dessa forma, o primeiro elemento do vetor c é chamado c[</a:t>
            </a:r>
            <a:r>
              <a:rPr lang="pt-BR" altLang="pt-BR" b="1">
                <a:effectLst/>
              </a:rPr>
              <a:t>0</a:t>
            </a:r>
            <a:r>
              <a:rPr lang="pt-BR" altLang="pt-BR">
                <a:effectLst/>
              </a:rPr>
              <a:t>].</a:t>
            </a:r>
          </a:p>
          <a:p>
            <a:pPr marL="177800" indent="-177800" algn="just">
              <a:buFont typeface="Wingdings" panose="05000000000000000000" pitchFamily="2" charset="2"/>
              <a:buChar char="n"/>
            </a:pPr>
            <a:r>
              <a:rPr lang="pt-BR" altLang="pt-BR">
                <a:effectLst/>
              </a:rPr>
              <a:t>   O </a:t>
            </a:r>
            <a:r>
              <a:rPr lang="pt-BR" altLang="pt-BR" b="1">
                <a:effectLst/>
              </a:rPr>
              <a:t>segundo</a:t>
            </a:r>
            <a:r>
              <a:rPr lang="pt-BR" altLang="pt-BR">
                <a:effectLst/>
              </a:rPr>
              <a:t> elemento do vetor c é c[</a:t>
            </a:r>
            <a:r>
              <a:rPr lang="pt-BR" altLang="pt-BR" b="1">
                <a:effectLst/>
              </a:rPr>
              <a:t>1</a:t>
            </a:r>
            <a:r>
              <a:rPr lang="pt-BR" altLang="pt-BR">
                <a:effectLst/>
              </a:rPr>
              <a:t>]. Em geral, o i-ésimo elemento do vetor c é chamado c[i-1].</a:t>
            </a:r>
          </a:p>
          <a:p>
            <a:pPr marL="177800" indent="-177800" algn="just">
              <a:buFont typeface="Wingdings" panose="05000000000000000000" pitchFamily="2" charset="2"/>
              <a:buChar char="n"/>
            </a:pPr>
            <a:r>
              <a:rPr lang="pt-BR" altLang="pt-BR">
                <a:effectLst/>
              </a:rPr>
              <a:t>   Os nomes dos vetores seguem as mesmas convenções para os nomes de outras variáveis. (c2, resposta, notasIntProg).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ço Reservado para Número de Slide 5">
            <a:extLst>
              <a:ext uri="{FF2B5EF4-FFF2-40B4-BE49-F238E27FC236}">
                <a16:creationId xmlns:a16="http://schemas.microsoft.com/office/drawing/2014/main" id="{C1A4B454-2112-DEA2-0478-7001CF36D30B}"/>
              </a:ext>
            </a:extLst>
          </p:cNvPr>
          <p:cNvSpPr>
            <a:spLocks noGrp="1"/>
          </p:cNvSpPr>
          <p:nvPr>
            <p:ph type="sldNum" sz="quarter" idx="12"/>
          </p:nvPr>
        </p:nvSpPr>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defRPr/>
            </a:pPr>
            <a:fld id="{8B0B95E1-0165-4E50-8E22-08B51B40F62E}" type="slidenum">
              <a:rPr lang="pt-BR" altLang="pt-BR" smtClean="0">
                <a:solidFill>
                  <a:srgbClr val="000000"/>
                </a:solidFill>
                <a:latin typeface="Arial" panose="020B0604020202020204" pitchFamily="34" charset="0"/>
              </a:rPr>
              <a:pPr>
                <a:defRPr/>
              </a:pPr>
              <a:t>7</a:t>
            </a:fld>
            <a:endParaRPr lang="pt-BR" altLang="pt-BR">
              <a:solidFill>
                <a:srgbClr val="000000"/>
              </a:solidFill>
              <a:latin typeface="Arial" panose="020B0604020202020204" pitchFamily="34" charset="0"/>
            </a:endParaRPr>
          </a:p>
        </p:txBody>
      </p:sp>
      <p:sp>
        <p:nvSpPr>
          <p:cNvPr id="1538050" name="Rectangle 2">
            <a:extLst>
              <a:ext uri="{FF2B5EF4-FFF2-40B4-BE49-F238E27FC236}">
                <a16:creationId xmlns:a16="http://schemas.microsoft.com/office/drawing/2014/main" id="{13F9F21C-7C10-0A9C-8CA3-E1F1D79F3502}"/>
              </a:ext>
            </a:extLst>
          </p:cNvPr>
          <p:cNvSpPr>
            <a:spLocks noGrp="1" noChangeArrowheads="1"/>
          </p:cNvSpPr>
          <p:nvPr>
            <p:ph type="title"/>
          </p:nvPr>
        </p:nvSpPr>
        <p:spPr/>
        <p:txBody>
          <a:bodyPr/>
          <a:lstStyle/>
          <a:p>
            <a:pPr>
              <a:defRPr/>
            </a:pPr>
            <a:r>
              <a:rPr lang="pt-BR" altLang="zh-CN" dirty="0">
                <a:effectLst/>
                <a:ea typeface="SimSun" panose="02010600030101010101" pitchFamily="2" charset="-122"/>
              </a:rPr>
              <a:t>6.1 - Vetores e matrizes estáticos </a:t>
            </a:r>
            <a:br>
              <a:rPr lang="pt-BR" altLang="zh-CN" dirty="0">
                <a:effectLst/>
                <a:ea typeface="SimSun" panose="02010600030101010101" pitchFamily="2" charset="-122"/>
              </a:rPr>
            </a:br>
            <a:r>
              <a:rPr lang="pt-BR" altLang="zh-CN" dirty="0">
                <a:effectLst/>
                <a:ea typeface="SimSun" panose="02010600030101010101" pitchFamily="2" charset="-122"/>
              </a:rPr>
              <a:t>Declaração e inicialização de vetores</a:t>
            </a:r>
            <a:r>
              <a:rPr lang="pt-BR" altLang="zh-CN" dirty="0">
                <a:ea typeface="SimSun" panose="02010600030101010101" pitchFamily="2" charset="-122"/>
              </a:rPr>
              <a:t> </a:t>
            </a:r>
            <a:endParaRPr lang="pt-BR" altLang="pt-BR" dirty="0">
              <a:ea typeface="SimSun" panose="02010600030101010101" pitchFamily="2" charset="-122"/>
            </a:endParaRPr>
          </a:p>
        </p:txBody>
      </p:sp>
      <p:sp>
        <p:nvSpPr>
          <p:cNvPr id="16388" name="Rectangle 3">
            <a:extLst>
              <a:ext uri="{FF2B5EF4-FFF2-40B4-BE49-F238E27FC236}">
                <a16:creationId xmlns:a16="http://schemas.microsoft.com/office/drawing/2014/main" id="{7DAB6DEE-F73C-5A16-09D4-90FD27B6E5C9}"/>
              </a:ext>
            </a:extLst>
          </p:cNvPr>
          <p:cNvSpPr>
            <a:spLocks noGrp="1" noChangeArrowheads="1"/>
          </p:cNvSpPr>
          <p:nvPr>
            <p:ph type="body" idx="1"/>
          </p:nvPr>
        </p:nvSpPr>
        <p:spPr/>
        <p:txBody>
          <a:bodyPr/>
          <a:lstStyle/>
          <a:p>
            <a:pPr algn="l">
              <a:buFont typeface="Wingdings" panose="05000000000000000000" pitchFamily="2" charset="2"/>
              <a:buChar char="n"/>
            </a:pPr>
            <a:r>
              <a:rPr lang="en-US" altLang="pt-BR" b="1">
                <a:effectLst/>
              </a:rPr>
              <a:t>   </a:t>
            </a:r>
            <a:r>
              <a:rPr lang="pt-BR" altLang="pt-BR">
                <a:effectLst/>
              </a:rPr>
              <a:t>Em </a:t>
            </a:r>
            <a:r>
              <a:rPr lang="pt-BR" altLang="pt-BR" b="1">
                <a:effectLst/>
              </a:rPr>
              <a:t>C</a:t>
            </a:r>
            <a:r>
              <a:rPr lang="pt-BR" altLang="pt-BR">
                <a:effectLst/>
              </a:rPr>
              <a:t>, um vetor é um conjunto de variáveis de um </a:t>
            </a:r>
            <a:r>
              <a:rPr lang="pt-BR" altLang="pt-BR" b="1">
                <a:effectLst/>
              </a:rPr>
              <a:t>mesmo tipo</a:t>
            </a:r>
            <a:r>
              <a:rPr lang="pt-BR" altLang="pt-BR">
                <a:effectLst/>
              </a:rPr>
              <a:t> que possuem um nome identificador e um índice de referência.</a:t>
            </a:r>
            <a:endParaRPr lang="pt-BR" altLang="pt-BR" b="1">
              <a:effectLst/>
            </a:endParaRPr>
          </a:p>
          <a:p>
            <a:pPr algn="l">
              <a:buFont typeface="Wingdings" panose="05000000000000000000" pitchFamily="2" charset="2"/>
              <a:buChar char="n"/>
            </a:pPr>
            <a:r>
              <a:rPr lang="pt-BR" altLang="pt-BR" b="1">
                <a:effectLst/>
              </a:rPr>
              <a:t>Sintaxe:</a:t>
            </a:r>
            <a:r>
              <a:rPr lang="pt-BR" altLang="pt-BR">
                <a:effectLst/>
              </a:rPr>
              <a:t> A sintaxe para a declaração de um vetor é a seguinte:</a:t>
            </a:r>
          </a:p>
          <a:p>
            <a:pPr lvl="1"/>
            <a:r>
              <a:rPr lang="pt-BR" altLang="pt-BR" sz="2000" i="1">
                <a:effectLst/>
              </a:rPr>
              <a:t>	tipo nome[tam]; 	-&gt;	</a:t>
            </a:r>
            <a:r>
              <a:rPr lang="pt-BR" altLang="pt-BR" sz="2000" b="1">
                <a:effectLst/>
              </a:rPr>
              <a:t>int </a:t>
            </a:r>
            <a:r>
              <a:rPr lang="pt-BR" altLang="pt-BR" sz="2000">
                <a:effectLst/>
              </a:rPr>
              <a:t>i[10];</a:t>
            </a:r>
            <a:endParaRPr lang="pt-BR" altLang="pt-BR">
              <a:effectLst/>
            </a:endParaRPr>
          </a:p>
          <a:p>
            <a:pPr algn="l"/>
            <a:r>
              <a:rPr lang="pt-BR" altLang="pt-BR">
                <a:effectLst/>
              </a:rPr>
              <a:t>	onde:</a:t>
            </a:r>
            <a:endParaRPr lang="pt-BR" altLang="pt-BR" i="1">
              <a:effectLst/>
            </a:endParaRPr>
          </a:p>
          <a:p>
            <a:pPr algn="l"/>
            <a:r>
              <a:rPr lang="pt-BR" altLang="pt-BR" i="1">
                <a:effectLst/>
              </a:rPr>
              <a:t>	tipo</a:t>
            </a:r>
            <a:r>
              <a:rPr lang="pt-BR" altLang="pt-BR">
                <a:effectLst/>
              </a:rPr>
              <a:t>  é o </a:t>
            </a:r>
            <a:r>
              <a:rPr lang="pt-BR" altLang="pt-BR" b="1">
                <a:effectLst/>
              </a:rPr>
              <a:t>tipo</a:t>
            </a:r>
            <a:r>
              <a:rPr lang="pt-BR" altLang="pt-BR">
                <a:effectLst/>
              </a:rPr>
              <a:t> dos elementos do vetor: int, float, double ...</a:t>
            </a:r>
            <a:endParaRPr lang="pt-BR" altLang="pt-BR" i="1">
              <a:effectLst/>
            </a:endParaRPr>
          </a:p>
          <a:p>
            <a:pPr algn="l"/>
            <a:r>
              <a:rPr lang="pt-BR" altLang="pt-BR" i="1">
                <a:effectLst/>
              </a:rPr>
              <a:t>	nome</a:t>
            </a:r>
            <a:r>
              <a:rPr lang="pt-BR" altLang="pt-BR">
                <a:effectLst/>
              </a:rPr>
              <a:t> é o </a:t>
            </a:r>
            <a:r>
              <a:rPr lang="pt-BR" altLang="pt-BR" b="1">
                <a:effectLst/>
              </a:rPr>
              <a:t>nome</a:t>
            </a:r>
            <a:r>
              <a:rPr lang="pt-BR" altLang="pt-BR">
                <a:effectLst/>
              </a:rPr>
              <a:t> identificador do vetor. As regras de nomenclatura de vetores são as mesmas usadas em variáveis.</a:t>
            </a:r>
            <a:endParaRPr lang="pt-BR" altLang="pt-BR" i="1">
              <a:effectLst/>
            </a:endParaRPr>
          </a:p>
          <a:p>
            <a:pPr algn="l"/>
            <a:r>
              <a:rPr lang="pt-BR" altLang="pt-BR" i="1">
                <a:effectLst/>
              </a:rPr>
              <a:t>	tam</a:t>
            </a:r>
            <a:r>
              <a:rPr lang="pt-BR" altLang="pt-BR">
                <a:effectLst/>
              </a:rPr>
              <a:t> é o </a:t>
            </a:r>
            <a:r>
              <a:rPr lang="pt-BR" altLang="pt-BR" b="1">
                <a:effectLst/>
              </a:rPr>
              <a:t>tamanho</a:t>
            </a:r>
            <a:r>
              <a:rPr lang="pt-BR" altLang="pt-BR">
                <a:effectLst/>
              </a:rPr>
              <a:t> do vetor, isto é, o número de elementos que o vetor pode armazenar.</a:t>
            </a:r>
            <a:endParaRPr lang="pt-BR" altLang="zh-CN">
              <a:effectLst/>
              <a:ea typeface="SimSun" panose="02010600030101010101" pitchFamily="2" charset="-122"/>
            </a:endParaRPr>
          </a:p>
        </p:txBody>
      </p:sp>
      <p:sp>
        <p:nvSpPr>
          <p:cNvPr id="1538053" name="Text Box 5">
            <a:extLst>
              <a:ext uri="{FF2B5EF4-FFF2-40B4-BE49-F238E27FC236}">
                <a16:creationId xmlns:a16="http://schemas.microsoft.com/office/drawing/2014/main" id="{0ED4B734-6155-1DEC-7EC3-E50046FADB14}"/>
              </a:ext>
            </a:extLst>
          </p:cNvPr>
          <p:cNvSpPr txBox="1">
            <a:spLocks noChangeArrowheads="1"/>
          </p:cNvSpPr>
          <p:nvPr/>
        </p:nvSpPr>
        <p:spPr bwMode="auto">
          <a:xfrm>
            <a:off x="1528764" y="6545264"/>
            <a:ext cx="847725" cy="314325"/>
          </a:xfrm>
          <a:prstGeom prst="rect">
            <a:avLst/>
          </a:prstGeom>
          <a:solidFill>
            <a:schemeClr val="folHlink"/>
          </a:solidFill>
          <a:ln w="9525" algn="ctr">
            <a:solidFill>
              <a:srgbClr val="A5002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spcBef>
                <a:spcPct val="20000"/>
              </a:spcBef>
              <a:spcAft>
                <a:spcPct val="50000"/>
              </a:spcAft>
              <a:buClr>
                <a:schemeClr val="hlink"/>
              </a:buClr>
              <a:buSzPct val="65000"/>
              <a:buFont typeface="Wingdings" panose="05000000000000000000" pitchFamily="2" charset="2"/>
              <a:defRPr>
                <a:solidFill>
                  <a:srgbClr val="000000"/>
                </a:solidFill>
                <a:latin typeface="Tahoma" panose="020B0604030504040204" pitchFamily="34" charset="0"/>
              </a:defRPr>
            </a:lvl1pPr>
            <a:lvl2pPr marL="742950" indent="-285750">
              <a:spcBef>
                <a:spcPct val="20000"/>
              </a:spcBef>
              <a:spcAft>
                <a:spcPct val="50000"/>
              </a:spcAft>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9pPr>
          </a:lstStyle>
          <a:p>
            <a:pPr algn="l">
              <a:spcBef>
                <a:spcPct val="0"/>
              </a:spcBef>
              <a:spcAft>
                <a:spcPct val="0"/>
              </a:spcAft>
              <a:buClrTx/>
              <a:buSzTx/>
              <a:buFontTx/>
              <a:buNone/>
            </a:pPr>
            <a:r>
              <a:rPr lang="pt-BR" altLang="pt-BR" sz="1400" b="1"/>
              <a:t>Vetor 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38053"/>
                                        </p:tgtEl>
                                        <p:attrNameLst>
                                          <p:attrName>style.visibility</p:attrName>
                                        </p:attrNameLst>
                                      </p:cBhvr>
                                      <p:to>
                                        <p:strVal val="visible"/>
                                      </p:to>
                                    </p:set>
                                    <p:animEffect transition="in" filter="blinds(horizontal)">
                                      <p:cBhvr>
                                        <p:cTn id="7" dur="500"/>
                                        <p:tgtEl>
                                          <p:spTgt spid="15380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805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Número de Slide 5">
            <a:extLst>
              <a:ext uri="{FF2B5EF4-FFF2-40B4-BE49-F238E27FC236}">
                <a16:creationId xmlns:a16="http://schemas.microsoft.com/office/drawing/2014/main" id="{FD01BA8D-B378-E9AE-402B-7C6E29733B42}"/>
              </a:ext>
            </a:extLst>
          </p:cNvPr>
          <p:cNvSpPr>
            <a:spLocks noGrp="1"/>
          </p:cNvSpPr>
          <p:nvPr>
            <p:ph type="sldNum" sz="quarter" idx="12"/>
          </p:nvPr>
        </p:nvSpPr>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defRPr/>
            </a:pPr>
            <a:fld id="{39B8D8F5-78B5-49B8-9776-4DE34124D433}" type="slidenum">
              <a:rPr lang="pt-BR" altLang="pt-BR" smtClean="0">
                <a:solidFill>
                  <a:srgbClr val="000000"/>
                </a:solidFill>
                <a:latin typeface="Arial" panose="020B0604020202020204" pitchFamily="34" charset="0"/>
              </a:rPr>
              <a:pPr>
                <a:defRPr/>
              </a:pPr>
              <a:t>8</a:t>
            </a:fld>
            <a:endParaRPr lang="pt-BR" altLang="pt-BR">
              <a:solidFill>
                <a:srgbClr val="000000"/>
              </a:solidFill>
              <a:latin typeface="Arial" panose="020B0604020202020204" pitchFamily="34" charset="0"/>
            </a:endParaRPr>
          </a:p>
        </p:txBody>
      </p:sp>
      <p:sp>
        <p:nvSpPr>
          <p:cNvPr id="18435" name="Rectangle 2">
            <a:extLst>
              <a:ext uri="{FF2B5EF4-FFF2-40B4-BE49-F238E27FC236}">
                <a16:creationId xmlns:a16="http://schemas.microsoft.com/office/drawing/2014/main" id="{574A3606-0923-5037-BA4A-76159021B088}"/>
              </a:ext>
            </a:extLst>
          </p:cNvPr>
          <p:cNvSpPr>
            <a:spLocks noGrp="1" noChangeArrowheads="1"/>
          </p:cNvSpPr>
          <p:nvPr>
            <p:ph type="title"/>
          </p:nvPr>
        </p:nvSpPr>
        <p:spPr/>
        <p:txBody>
          <a:bodyPr/>
          <a:lstStyle/>
          <a:p>
            <a:r>
              <a:rPr lang="pt-BR" altLang="zh-CN" dirty="0">
                <a:effectLst/>
                <a:ea typeface="SimSun" panose="02010600030101010101" pitchFamily="2" charset="-122"/>
              </a:rPr>
              <a:t>6.1 - Vetores e matrizes estáticos </a:t>
            </a:r>
            <a:br>
              <a:rPr lang="pt-BR" altLang="zh-CN" dirty="0">
                <a:effectLst/>
                <a:ea typeface="SimSun" panose="02010600030101010101" pitchFamily="2" charset="-122"/>
              </a:rPr>
            </a:br>
            <a:r>
              <a:rPr lang="pt-BR" altLang="zh-CN" dirty="0">
                <a:effectLst/>
                <a:ea typeface="SimSun" panose="02010600030101010101" pitchFamily="2" charset="-122"/>
              </a:rPr>
              <a:t>Declaração e inicialização de vetores</a:t>
            </a:r>
            <a:endParaRPr lang="pt-BR" altLang="pt-BR" dirty="0">
              <a:effectLst/>
              <a:ea typeface="SimSun" panose="02010600030101010101" pitchFamily="2" charset="-122"/>
            </a:endParaRPr>
          </a:p>
        </p:txBody>
      </p:sp>
      <p:sp>
        <p:nvSpPr>
          <p:cNvPr id="18436" name="Rectangle 3">
            <a:extLst>
              <a:ext uri="{FF2B5EF4-FFF2-40B4-BE49-F238E27FC236}">
                <a16:creationId xmlns:a16="http://schemas.microsoft.com/office/drawing/2014/main" id="{8E355432-47F0-8481-002D-ACDDC74D6C3C}"/>
              </a:ext>
            </a:extLst>
          </p:cNvPr>
          <p:cNvSpPr>
            <a:spLocks noGrp="1" noChangeArrowheads="1"/>
          </p:cNvSpPr>
          <p:nvPr>
            <p:ph type="body" idx="1"/>
          </p:nvPr>
        </p:nvSpPr>
        <p:spPr/>
        <p:txBody>
          <a:bodyPr/>
          <a:lstStyle/>
          <a:p>
            <a:pPr algn="l">
              <a:buFont typeface="Wingdings" panose="05000000000000000000" pitchFamily="2" charset="2"/>
              <a:buChar char="n"/>
            </a:pPr>
            <a:r>
              <a:rPr lang="pt-BR" altLang="pt-BR" sz="2000">
                <a:effectLst/>
              </a:rPr>
              <a:t>Exemplos de </a:t>
            </a:r>
            <a:r>
              <a:rPr lang="pt-BR" altLang="pt-BR" sz="2000" i="1">
                <a:effectLst/>
              </a:rPr>
              <a:t>vetores</a:t>
            </a:r>
            <a:r>
              <a:rPr lang="pt-BR" altLang="pt-BR" sz="2000">
                <a:effectLst/>
              </a:rPr>
              <a:t>:  </a:t>
            </a:r>
          </a:p>
          <a:p>
            <a:pPr lvl="1"/>
            <a:r>
              <a:rPr lang="pt-BR" altLang="pt-BR" sz="1800">
                <a:effectLst/>
              </a:rPr>
              <a:t> 1, 2, 3 ,4, 5, 6, 7, 8 		(tipo int)</a:t>
            </a:r>
          </a:p>
          <a:p>
            <a:pPr lvl="1"/>
            <a:r>
              <a:rPr lang="pt-BR" altLang="pt-BR" sz="1800">
                <a:effectLst/>
              </a:rPr>
              <a:t> 1.2, 1.56, 0.34, 34.9, -99.0, 34.55 	(tipo float)</a:t>
            </a:r>
          </a:p>
          <a:p>
            <a:pPr lvl="1"/>
            <a:r>
              <a:rPr lang="pt-BR" altLang="pt-BR" sz="1800">
                <a:effectLst/>
              </a:rPr>
              <a:t> ’a’, ’b’, ’c’, ’m’, ’f’ 			(tipo char)</a:t>
            </a:r>
          </a:p>
          <a:p>
            <a:pPr lvl="1"/>
            <a:r>
              <a:rPr lang="pt-BR" altLang="pt-BR" sz="1800">
                <a:effectLst/>
              </a:rPr>
              <a:t> "um", "exemplo", "de vetor" 	(tipo string)</a:t>
            </a:r>
          </a:p>
          <a:p>
            <a:pPr lvl="1"/>
            <a:r>
              <a:rPr lang="pt-BR" altLang="pt-BR" sz="1800">
                <a:effectLst/>
              </a:rPr>
              <a:t> {1,2,4}, {89,45,34}, {345,567,890} (vetor de vetores)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Número de Slide 5">
            <a:extLst>
              <a:ext uri="{FF2B5EF4-FFF2-40B4-BE49-F238E27FC236}">
                <a16:creationId xmlns:a16="http://schemas.microsoft.com/office/drawing/2014/main" id="{43AE2026-6C78-E406-A233-C590502B1630}"/>
              </a:ext>
            </a:extLst>
          </p:cNvPr>
          <p:cNvSpPr>
            <a:spLocks noGrp="1"/>
          </p:cNvSpPr>
          <p:nvPr>
            <p:ph type="sldNum" sz="quarter" idx="12"/>
          </p:nvPr>
        </p:nvSpPr>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defRPr/>
            </a:pPr>
            <a:fld id="{C6761DCE-5181-4FDA-8228-311AEDB28FE9}" type="slidenum">
              <a:rPr lang="pt-BR" altLang="pt-BR" smtClean="0">
                <a:solidFill>
                  <a:srgbClr val="000000"/>
                </a:solidFill>
                <a:latin typeface="Arial" panose="020B0604020202020204" pitchFamily="34" charset="0"/>
              </a:rPr>
              <a:pPr>
                <a:defRPr/>
              </a:pPr>
              <a:t>9</a:t>
            </a:fld>
            <a:endParaRPr lang="pt-BR" altLang="pt-BR">
              <a:solidFill>
                <a:srgbClr val="000000"/>
              </a:solidFill>
              <a:latin typeface="Arial" panose="020B0604020202020204" pitchFamily="34" charset="0"/>
            </a:endParaRPr>
          </a:p>
        </p:txBody>
      </p:sp>
      <p:sp>
        <p:nvSpPr>
          <p:cNvPr id="1540098" name="Rectangle 2">
            <a:extLst>
              <a:ext uri="{FF2B5EF4-FFF2-40B4-BE49-F238E27FC236}">
                <a16:creationId xmlns:a16="http://schemas.microsoft.com/office/drawing/2014/main" id="{5AEB1755-FBBB-DAB0-9D37-23C9DEBF9219}"/>
              </a:ext>
            </a:extLst>
          </p:cNvPr>
          <p:cNvSpPr>
            <a:spLocks noGrp="1" noChangeArrowheads="1"/>
          </p:cNvSpPr>
          <p:nvPr>
            <p:ph type="title"/>
          </p:nvPr>
        </p:nvSpPr>
        <p:spPr/>
        <p:txBody>
          <a:bodyPr/>
          <a:lstStyle/>
          <a:p>
            <a:pPr>
              <a:defRPr/>
            </a:pPr>
            <a:r>
              <a:rPr lang="pt-BR" altLang="zh-CN" dirty="0">
                <a:effectLst/>
                <a:ea typeface="SimSun" panose="02010600030101010101" pitchFamily="2" charset="-122"/>
              </a:rPr>
              <a:t>6.1 - Vetores e matrizes estáticos </a:t>
            </a:r>
            <a:br>
              <a:rPr lang="pt-BR" altLang="zh-CN" dirty="0">
                <a:effectLst/>
                <a:ea typeface="SimSun" panose="02010600030101010101" pitchFamily="2" charset="-122"/>
              </a:rPr>
            </a:br>
            <a:r>
              <a:rPr lang="pt-BR" altLang="zh-CN" dirty="0">
                <a:effectLst/>
                <a:ea typeface="SimSun" panose="02010600030101010101" pitchFamily="2" charset="-122"/>
              </a:rPr>
              <a:t>Declaração e inicialização de vetores</a:t>
            </a:r>
            <a:r>
              <a:rPr lang="pt-BR" altLang="zh-CN" dirty="0">
                <a:ea typeface="SimSun" panose="02010600030101010101" pitchFamily="2" charset="-122"/>
              </a:rPr>
              <a:t> </a:t>
            </a:r>
            <a:endParaRPr lang="pt-BR" altLang="pt-BR" dirty="0">
              <a:ea typeface="SimSun" panose="02010600030101010101" pitchFamily="2" charset="-122"/>
            </a:endParaRPr>
          </a:p>
        </p:txBody>
      </p:sp>
      <p:sp>
        <p:nvSpPr>
          <p:cNvPr id="20484" name="Rectangle 3">
            <a:extLst>
              <a:ext uri="{FF2B5EF4-FFF2-40B4-BE49-F238E27FC236}">
                <a16:creationId xmlns:a16="http://schemas.microsoft.com/office/drawing/2014/main" id="{FE53C028-4823-F87F-5483-41733B51598B}"/>
              </a:ext>
            </a:extLst>
          </p:cNvPr>
          <p:cNvSpPr>
            <a:spLocks noGrp="1" noChangeArrowheads="1"/>
          </p:cNvSpPr>
          <p:nvPr>
            <p:ph type="body" idx="1"/>
          </p:nvPr>
        </p:nvSpPr>
        <p:spPr/>
        <p:txBody>
          <a:bodyPr/>
          <a:lstStyle/>
          <a:p>
            <a:pPr algn="l">
              <a:buFont typeface="Wingdings" panose="05000000000000000000" pitchFamily="2" charset="2"/>
              <a:buChar char="n"/>
            </a:pPr>
            <a:r>
              <a:rPr lang="pt-BR" altLang="zh-CN" sz="2000" b="1">
                <a:effectLst/>
                <a:ea typeface="SimSun" panose="02010600030101010101" pitchFamily="2" charset="-122"/>
              </a:rPr>
              <a:t>Exemplo:</a:t>
            </a:r>
            <a:r>
              <a:rPr lang="pt-BR" altLang="zh-CN" sz="2000">
                <a:effectLst/>
                <a:ea typeface="SimSun" panose="02010600030101010101" pitchFamily="2" charset="-122"/>
              </a:rPr>
              <a:t> Veja as declarações seguintes:</a:t>
            </a:r>
          </a:p>
          <a:p>
            <a:pPr algn="l"/>
            <a:r>
              <a:rPr lang="pt-BR" altLang="zh-CN">
                <a:effectLst/>
                <a:ea typeface="SimSun" panose="02010600030101010101" pitchFamily="2" charset="-122"/>
              </a:rPr>
              <a:t>      </a:t>
            </a:r>
            <a:r>
              <a:rPr lang="pt-BR" altLang="zh-CN" sz="2000" b="1">
                <a:effectLst/>
                <a:ea typeface="SimSun" panose="02010600030101010101" pitchFamily="2" charset="-122"/>
              </a:rPr>
              <a:t>int idade[100]:</a:t>
            </a:r>
            <a:r>
              <a:rPr lang="pt-BR" altLang="zh-CN" sz="2000">
                <a:effectLst/>
                <a:ea typeface="SimSun" panose="02010600030101010101" pitchFamily="2" charset="-122"/>
              </a:rPr>
              <a:t>  declara um vetor chamado 'idade' do tipo 'int' que recebe 100 elementos.</a:t>
            </a:r>
          </a:p>
          <a:p>
            <a:pPr algn="l"/>
            <a:r>
              <a:rPr lang="pt-BR" altLang="zh-CN" sz="2000">
                <a:effectLst/>
                <a:ea typeface="SimSun" panose="02010600030101010101" pitchFamily="2" charset="-122"/>
              </a:rPr>
              <a:t>      </a:t>
            </a:r>
            <a:r>
              <a:rPr lang="pt-BR" altLang="zh-CN" sz="2000" b="1">
                <a:effectLst/>
                <a:ea typeface="SimSun" panose="02010600030101010101" pitchFamily="2" charset="-122"/>
              </a:rPr>
              <a:t>float nota[25]:</a:t>
            </a:r>
            <a:r>
              <a:rPr lang="pt-BR" altLang="zh-CN" sz="2000">
                <a:effectLst/>
                <a:ea typeface="SimSun" panose="02010600030101010101" pitchFamily="2" charset="-122"/>
              </a:rPr>
              <a:t>  declara um vetor chamado 'nota' do tipo 'float' que pode armazenar 25 números.</a:t>
            </a:r>
          </a:p>
          <a:p>
            <a:pPr algn="l"/>
            <a:r>
              <a:rPr lang="pt-BR" altLang="zh-CN" sz="2000">
                <a:effectLst/>
                <a:ea typeface="SimSun" panose="02010600030101010101" pitchFamily="2" charset="-122"/>
              </a:rPr>
              <a:t>      </a:t>
            </a:r>
            <a:r>
              <a:rPr lang="pt-BR" altLang="zh-CN" sz="2000" b="1">
                <a:effectLst/>
                <a:ea typeface="SimSun" panose="02010600030101010101" pitchFamily="2" charset="-122"/>
              </a:rPr>
              <a:t>char nome[80]:</a:t>
            </a:r>
            <a:r>
              <a:rPr lang="pt-BR" altLang="zh-CN" sz="2000">
                <a:effectLst/>
                <a:ea typeface="SimSun" panose="02010600030101010101" pitchFamily="2" charset="-122"/>
              </a:rPr>
              <a:t> declara um vetor chamado 'nome' do tipo 'char' que pode armazenar 80 caracteres.</a:t>
            </a:r>
          </a:p>
          <a:p>
            <a:pPr algn="l"/>
            <a:r>
              <a:rPr lang="pt-BR" altLang="zh-CN">
                <a:effectLst/>
                <a:ea typeface="SimSun" panose="02010600030101010101" pitchFamily="2" charset="-122"/>
              </a:rPr>
              <a:t>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ço Reservado para Número de Slide 5">
            <a:extLst>
              <a:ext uri="{FF2B5EF4-FFF2-40B4-BE49-F238E27FC236}">
                <a16:creationId xmlns:a16="http://schemas.microsoft.com/office/drawing/2014/main" id="{AE4D521F-20E2-CA11-FBB8-CB0EDC2A11E8}"/>
              </a:ext>
            </a:extLst>
          </p:cNvPr>
          <p:cNvSpPr>
            <a:spLocks noGrp="1"/>
          </p:cNvSpPr>
          <p:nvPr>
            <p:ph type="sldNum" sz="quarter" idx="12"/>
          </p:nvPr>
        </p:nvSpPr>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defRPr/>
            </a:pPr>
            <a:fld id="{7B577529-9A99-4812-83B3-D04B4B7EC785}" type="slidenum">
              <a:rPr lang="pt-BR" altLang="pt-BR" smtClean="0">
                <a:solidFill>
                  <a:srgbClr val="000000"/>
                </a:solidFill>
                <a:latin typeface="Arial" panose="020B0604020202020204" pitchFamily="34" charset="0"/>
              </a:rPr>
              <a:pPr>
                <a:defRPr/>
              </a:pPr>
              <a:t>10</a:t>
            </a:fld>
            <a:endParaRPr lang="pt-BR" altLang="pt-BR">
              <a:solidFill>
                <a:srgbClr val="000000"/>
              </a:solidFill>
              <a:latin typeface="Arial" panose="020B0604020202020204" pitchFamily="34" charset="0"/>
            </a:endParaRPr>
          </a:p>
        </p:txBody>
      </p:sp>
      <p:sp>
        <p:nvSpPr>
          <p:cNvPr id="1542146" name="Rectangle 2">
            <a:extLst>
              <a:ext uri="{FF2B5EF4-FFF2-40B4-BE49-F238E27FC236}">
                <a16:creationId xmlns:a16="http://schemas.microsoft.com/office/drawing/2014/main" id="{E790F84F-7FA8-D99C-68F3-7D560E555CCB}"/>
              </a:ext>
            </a:extLst>
          </p:cNvPr>
          <p:cNvSpPr>
            <a:spLocks noGrp="1" noChangeArrowheads="1"/>
          </p:cNvSpPr>
          <p:nvPr>
            <p:ph type="title"/>
          </p:nvPr>
        </p:nvSpPr>
        <p:spPr/>
        <p:txBody>
          <a:bodyPr/>
          <a:lstStyle/>
          <a:p>
            <a:pPr>
              <a:defRPr/>
            </a:pPr>
            <a:r>
              <a:rPr lang="pt-BR" altLang="zh-CN" dirty="0">
                <a:effectLst/>
                <a:ea typeface="SimSun" panose="02010600030101010101" pitchFamily="2" charset="-122"/>
              </a:rPr>
              <a:t>6.1 - Vetores e matrizes estáticos </a:t>
            </a:r>
            <a:br>
              <a:rPr lang="pt-BR" altLang="zh-CN" dirty="0">
                <a:effectLst/>
                <a:ea typeface="SimSun" panose="02010600030101010101" pitchFamily="2" charset="-122"/>
              </a:rPr>
            </a:br>
            <a:r>
              <a:rPr lang="pt-BR" altLang="zh-CN" dirty="0">
                <a:effectLst/>
                <a:ea typeface="SimSun" panose="02010600030101010101" pitchFamily="2" charset="-122"/>
              </a:rPr>
              <a:t>Declaração e inicialização de vetores</a:t>
            </a:r>
            <a:r>
              <a:rPr lang="pt-BR" altLang="zh-CN" dirty="0">
                <a:ea typeface="SimSun" panose="02010600030101010101" pitchFamily="2" charset="-122"/>
              </a:rPr>
              <a:t> </a:t>
            </a:r>
            <a:endParaRPr lang="pt-BR" altLang="pt-BR" dirty="0">
              <a:ea typeface="SimSun" panose="02010600030101010101" pitchFamily="2" charset="-122"/>
            </a:endParaRPr>
          </a:p>
        </p:txBody>
      </p:sp>
      <p:sp>
        <p:nvSpPr>
          <p:cNvPr id="22532" name="Rectangle 3">
            <a:extLst>
              <a:ext uri="{FF2B5EF4-FFF2-40B4-BE49-F238E27FC236}">
                <a16:creationId xmlns:a16="http://schemas.microsoft.com/office/drawing/2014/main" id="{EC7C4E4D-D62F-A47C-6D4B-24003D12972B}"/>
              </a:ext>
            </a:extLst>
          </p:cNvPr>
          <p:cNvSpPr>
            <a:spLocks noGrp="1" noChangeArrowheads="1"/>
          </p:cNvSpPr>
          <p:nvPr>
            <p:ph type="body" idx="1"/>
          </p:nvPr>
        </p:nvSpPr>
        <p:spPr>
          <a:xfrm>
            <a:off x="1847850" y="1412876"/>
            <a:ext cx="8362950" cy="4608513"/>
          </a:xfrm>
        </p:spPr>
        <p:txBody>
          <a:bodyPr/>
          <a:lstStyle/>
          <a:p>
            <a:pPr algn="just"/>
            <a:r>
              <a:rPr lang="pt-BR" altLang="zh-CN">
                <a:effectLst/>
                <a:ea typeface="SimSun" panose="02010600030101010101" pitchFamily="2" charset="-122"/>
              </a:rPr>
              <a:t>   </a:t>
            </a:r>
          </a:p>
          <a:p>
            <a:pPr algn="just">
              <a:buFont typeface="Wingdings" panose="05000000000000000000" pitchFamily="2" charset="2"/>
              <a:buChar char="n"/>
            </a:pPr>
            <a:r>
              <a:rPr lang="pt-BR" altLang="zh-CN" sz="2000">
                <a:effectLst/>
                <a:ea typeface="SimSun" panose="02010600030101010101" pitchFamily="2" charset="-122"/>
              </a:rPr>
              <a:t>Na declaração de um vetor estamos reservando espaço de memória para os elementos de um vetor. A quantidade de memória (em </a:t>
            </a:r>
            <a:r>
              <a:rPr lang="pt-BR" altLang="zh-CN" sz="2000" i="1">
                <a:effectLst/>
                <a:ea typeface="SimSun" panose="02010600030101010101" pitchFamily="2" charset="-122"/>
              </a:rPr>
              <a:t>bytes</a:t>
            </a:r>
            <a:r>
              <a:rPr lang="pt-BR" altLang="zh-CN" sz="2000">
                <a:effectLst/>
                <a:ea typeface="SimSun" panose="02010600030101010101" pitchFamily="2" charset="-122"/>
              </a:rPr>
              <a:t>) usada para armazenar um vetor pode ser calculada como:</a:t>
            </a:r>
          </a:p>
          <a:p>
            <a:pPr lvl="1" algn="just"/>
            <a:r>
              <a:rPr lang="pt-BR" altLang="zh-CN" sz="2000" i="1">
                <a:effectLst/>
                <a:ea typeface="SimSun" panose="02010600030101010101" pitchFamily="2" charset="-122"/>
              </a:rPr>
              <a:t>quantidade de memória = tamanho do tipo * tamanho do vetor</a:t>
            </a:r>
            <a:endParaRPr lang="pt-BR" altLang="zh-CN" sz="2000">
              <a:effectLst/>
              <a:ea typeface="SimSun" panose="02010600030101010101" pitchFamily="2" charset="-122"/>
            </a:endParaRPr>
          </a:p>
          <a:p>
            <a:pPr algn="l">
              <a:buFont typeface="Wingdings" panose="05000000000000000000" pitchFamily="2" charset="2"/>
              <a:buChar char="n"/>
            </a:pPr>
            <a:r>
              <a:rPr lang="pt-BR" altLang="zh-CN" sz="2000">
                <a:effectLst/>
                <a:ea typeface="SimSun" panose="02010600030101010101" pitchFamily="2" charset="-122"/>
              </a:rPr>
              <a:t>   Assim, no exemplo anterior (int idade[100], float nota[25], char nome[80] ), a quantidade de memória utilizada pelos vetores é, respectivamente, 400(</a:t>
            </a:r>
            <a:r>
              <a:rPr lang="pt-BR" altLang="zh-CN" sz="2000" b="1">
                <a:effectLst/>
                <a:ea typeface="SimSun" panose="02010600030101010101" pitchFamily="2" charset="-122"/>
              </a:rPr>
              <a:t>4</a:t>
            </a:r>
            <a:r>
              <a:rPr lang="pt-BR" altLang="zh-CN" sz="2000">
                <a:effectLst/>
                <a:ea typeface="SimSun" panose="02010600030101010101" pitchFamily="2" charset="-122"/>
              </a:rPr>
              <a:t>x100), 100(</a:t>
            </a:r>
            <a:r>
              <a:rPr lang="pt-BR" altLang="zh-CN" sz="2000" b="1">
                <a:effectLst/>
                <a:ea typeface="SimSun" panose="02010600030101010101" pitchFamily="2" charset="-122"/>
              </a:rPr>
              <a:t>4</a:t>
            </a:r>
            <a:r>
              <a:rPr lang="pt-BR" altLang="zh-CN" sz="2000">
                <a:effectLst/>
                <a:ea typeface="SimSun" panose="02010600030101010101" pitchFamily="2" charset="-122"/>
              </a:rPr>
              <a:t>x25) e 80(</a:t>
            </a:r>
            <a:r>
              <a:rPr lang="pt-BR" altLang="zh-CN" sz="2000" b="1">
                <a:effectLst/>
                <a:ea typeface="SimSun" panose="02010600030101010101" pitchFamily="2" charset="-122"/>
              </a:rPr>
              <a:t>1</a:t>
            </a:r>
            <a:r>
              <a:rPr lang="pt-BR" altLang="zh-CN" sz="2000">
                <a:effectLst/>
                <a:ea typeface="SimSun" panose="02010600030101010101" pitchFamily="2" charset="-122"/>
              </a:rPr>
              <a:t>x80) </a:t>
            </a:r>
            <a:r>
              <a:rPr lang="pt-BR" altLang="zh-CN" sz="2000" i="1">
                <a:effectLst/>
                <a:ea typeface="SimSun" panose="02010600030101010101" pitchFamily="2" charset="-122"/>
              </a:rPr>
              <a:t>bytes</a:t>
            </a:r>
            <a:r>
              <a:rPr lang="pt-BR" altLang="zh-CN">
                <a:effectLst/>
                <a:ea typeface="SimSun" panose="02010600030101010101" pitchFamily="2" charset="-122"/>
              </a:rPr>
              <a:t>.</a:t>
            </a:r>
          </a:p>
          <a:p>
            <a:pPr lvl="1"/>
            <a:r>
              <a:rPr lang="pt-BR" altLang="zh-CN" sz="2000" i="1">
                <a:effectLst/>
                <a:ea typeface="SimSun" panose="02010600030101010101" pitchFamily="2" charset="-122"/>
              </a:rPr>
              <a:t>Obs: muitos compiladores atuais utilizam 4 bytes para as variáveis do tipo inteiro</a:t>
            </a:r>
          </a:p>
        </p:txBody>
      </p:sp>
      <p:sp>
        <p:nvSpPr>
          <p:cNvPr id="22533" name="Text Box 5">
            <a:extLst>
              <a:ext uri="{FF2B5EF4-FFF2-40B4-BE49-F238E27FC236}">
                <a16:creationId xmlns:a16="http://schemas.microsoft.com/office/drawing/2014/main" id="{B81611AB-14DD-E8DD-5EDD-01B67163307B}"/>
              </a:ext>
            </a:extLst>
          </p:cNvPr>
          <p:cNvSpPr txBox="1">
            <a:spLocks noChangeArrowheads="1"/>
          </p:cNvSpPr>
          <p:nvPr/>
        </p:nvSpPr>
        <p:spPr bwMode="auto">
          <a:xfrm>
            <a:off x="1524001" y="6543676"/>
            <a:ext cx="1262063" cy="314325"/>
          </a:xfrm>
          <a:prstGeom prst="rect">
            <a:avLst/>
          </a:prstGeom>
          <a:solidFill>
            <a:schemeClr val="folHlink"/>
          </a:solidFill>
          <a:ln w="9525" algn="ctr">
            <a:solidFill>
              <a:srgbClr val="A5002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spcBef>
                <a:spcPct val="20000"/>
              </a:spcBef>
              <a:spcAft>
                <a:spcPct val="50000"/>
              </a:spcAft>
              <a:buClr>
                <a:schemeClr val="hlink"/>
              </a:buClr>
              <a:buSzPct val="65000"/>
              <a:buFont typeface="Wingdings" panose="05000000000000000000" pitchFamily="2" charset="2"/>
              <a:defRPr>
                <a:solidFill>
                  <a:srgbClr val="000000"/>
                </a:solidFill>
                <a:latin typeface="Tahoma" panose="020B0604030504040204" pitchFamily="34" charset="0"/>
              </a:defRPr>
            </a:lvl1pPr>
            <a:lvl2pPr marL="742950" indent="-285750">
              <a:spcBef>
                <a:spcPct val="20000"/>
              </a:spcBef>
              <a:spcAft>
                <a:spcPct val="50000"/>
              </a:spcAft>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9pPr>
          </a:lstStyle>
          <a:p>
            <a:pPr algn="l">
              <a:spcBef>
                <a:spcPct val="0"/>
              </a:spcBef>
              <a:spcAft>
                <a:spcPct val="0"/>
              </a:spcAft>
              <a:buClrTx/>
              <a:buSzTx/>
              <a:buFontTx/>
              <a:buNone/>
            </a:pPr>
            <a:r>
              <a:rPr lang="pt-BR" altLang="pt-BR" sz="1400" b="1"/>
              <a:t>Sizeof vetor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Número de Slide 1">
            <a:extLst>
              <a:ext uri="{FF2B5EF4-FFF2-40B4-BE49-F238E27FC236}">
                <a16:creationId xmlns:a16="http://schemas.microsoft.com/office/drawing/2014/main" id="{633EC264-8BC2-797E-58F0-F48773F019B4}"/>
              </a:ext>
            </a:extLst>
          </p:cNvPr>
          <p:cNvSpPr>
            <a:spLocks noGrp="1"/>
          </p:cNvSpPr>
          <p:nvPr>
            <p:ph type="sldNum" sz="quarter" idx="12"/>
          </p:nvPr>
        </p:nvSpPr>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defRPr/>
            </a:pPr>
            <a:fld id="{D7103D52-CE2F-4F6E-849B-0FC615DC1414}" type="slidenum">
              <a:rPr lang="pt-BR" altLang="pt-BR" smtClean="0">
                <a:solidFill>
                  <a:srgbClr val="000000"/>
                </a:solidFill>
                <a:latin typeface="Arial" panose="020B0604020202020204" pitchFamily="34" charset="0"/>
              </a:rPr>
              <a:pPr>
                <a:defRPr/>
              </a:pPr>
              <a:t>11</a:t>
            </a:fld>
            <a:endParaRPr lang="pt-BR" altLang="pt-BR">
              <a:solidFill>
                <a:srgbClr val="000000"/>
              </a:solidFill>
              <a:latin typeface="Arial" panose="020B0604020202020204" pitchFamily="34" charset="0"/>
            </a:endParaRPr>
          </a:p>
        </p:txBody>
      </p:sp>
      <p:sp>
        <p:nvSpPr>
          <p:cNvPr id="3" name="Retângulo 2">
            <a:extLst>
              <a:ext uri="{FF2B5EF4-FFF2-40B4-BE49-F238E27FC236}">
                <a16:creationId xmlns:a16="http://schemas.microsoft.com/office/drawing/2014/main" id="{8854CBFA-742F-E089-5720-CF059C63694E}"/>
              </a:ext>
            </a:extLst>
          </p:cNvPr>
          <p:cNvSpPr/>
          <p:nvPr/>
        </p:nvSpPr>
        <p:spPr>
          <a:xfrm>
            <a:off x="1524000" y="1700214"/>
            <a:ext cx="9144000" cy="3540125"/>
          </a:xfrm>
          <a:prstGeom prst="rect">
            <a:avLst/>
          </a:prstGeom>
          <a:solidFill>
            <a:schemeClr val="bg2">
              <a:lumMod val="75000"/>
            </a:schemeClr>
          </a:solidFill>
        </p:spPr>
        <p:txBody>
          <a:bodyPr>
            <a:spAutoFit/>
          </a:bodyPr>
          <a:lstStyle/>
          <a:p>
            <a:pPr>
              <a:defRPr/>
            </a:pPr>
            <a:r>
              <a:rPr lang="pt-BR" sz="1400" dirty="0"/>
              <a:t>#include &lt;</a:t>
            </a:r>
            <a:r>
              <a:rPr lang="pt-BR" sz="1400" dirty="0" err="1"/>
              <a:t>stdio.h</a:t>
            </a:r>
            <a:r>
              <a:rPr lang="pt-BR" sz="1400" dirty="0"/>
              <a:t>&gt;</a:t>
            </a:r>
          </a:p>
          <a:p>
            <a:pPr>
              <a:defRPr/>
            </a:pPr>
            <a:r>
              <a:rPr lang="pt-BR" sz="1400" dirty="0"/>
              <a:t>#include &lt;</a:t>
            </a:r>
            <a:r>
              <a:rPr lang="pt-BR" sz="1400" dirty="0" err="1"/>
              <a:t>conio.h</a:t>
            </a:r>
            <a:r>
              <a:rPr lang="pt-BR" sz="1400" dirty="0"/>
              <a:t>&gt;</a:t>
            </a:r>
          </a:p>
          <a:p>
            <a:pPr>
              <a:defRPr/>
            </a:pPr>
            <a:r>
              <a:rPr lang="pt-BR" sz="1400" dirty="0" err="1"/>
              <a:t>main</a:t>
            </a:r>
            <a:r>
              <a:rPr lang="pt-BR" sz="1400" dirty="0"/>
              <a:t>(){ </a:t>
            </a:r>
          </a:p>
          <a:p>
            <a:pPr>
              <a:defRPr/>
            </a:pPr>
            <a:r>
              <a:rPr lang="pt-BR" sz="1400" dirty="0"/>
              <a:t>    char A;</a:t>
            </a:r>
          </a:p>
          <a:p>
            <a:pPr>
              <a:defRPr/>
            </a:pPr>
            <a:r>
              <a:rPr lang="pt-BR" sz="1400" dirty="0"/>
              <a:t>    char B[5];</a:t>
            </a:r>
          </a:p>
          <a:p>
            <a:pPr>
              <a:defRPr/>
            </a:pPr>
            <a:r>
              <a:rPr lang="pt-BR" sz="1400" dirty="0"/>
              <a:t>    </a:t>
            </a:r>
            <a:r>
              <a:rPr lang="pt-BR" sz="1400" dirty="0" err="1"/>
              <a:t>int</a:t>
            </a:r>
            <a:r>
              <a:rPr lang="pt-BR" sz="1400" dirty="0"/>
              <a:t> V;</a:t>
            </a:r>
          </a:p>
          <a:p>
            <a:pPr>
              <a:defRPr/>
            </a:pPr>
            <a:r>
              <a:rPr lang="pt-BR" sz="1400" dirty="0"/>
              <a:t>    </a:t>
            </a:r>
            <a:r>
              <a:rPr lang="pt-BR" sz="1400" dirty="0" err="1"/>
              <a:t>int</a:t>
            </a:r>
            <a:r>
              <a:rPr lang="pt-BR" sz="1400" dirty="0"/>
              <a:t> X[5];</a:t>
            </a:r>
          </a:p>
          <a:p>
            <a:pPr>
              <a:defRPr/>
            </a:pPr>
            <a:r>
              <a:rPr lang="pt-BR" sz="1400" dirty="0"/>
              <a:t>    </a:t>
            </a:r>
            <a:r>
              <a:rPr lang="pt-BR" sz="1400" dirty="0" err="1"/>
              <a:t>float</a:t>
            </a:r>
            <a:r>
              <a:rPr lang="pt-BR" sz="1400" dirty="0"/>
              <a:t> Y;    </a:t>
            </a:r>
          </a:p>
          <a:p>
            <a:pPr>
              <a:defRPr/>
            </a:pPr>
            <a:r>
              <a:rPr lang="pt-BR" sz="1400" dirty="0"/>
              <a:t>    </a:t>
            </a:r>
            <a:r>
              <a:rPr lang="pt-BR" sz="1400" dirty="0" err="1"/>
              <a:t>float</a:t>
            </a:r>
            <a:r>
              <a:rPr lang="pt-BR" sz="1400" dirty="0"/>
              <a:t> W[5];  </a:t>
            </a:r>
          </a:p>
          <a:p>
            <a:pPr>
              <a:defRPr/>
            </a:pPr>
            <a:r>
              <a:rPr lang="pt-BR" sz="1400" dirty="0"/>
              <a:t>    </a:t>
            </a:r>
            <a:r>
              <a:rPr lang="pt-BR" sz="1400" dirty="0" err="1"/>
              <a:t>long</a:t>
            </a:r>
            <a:r>
              <a:rPr lang="pt-BR" sz="1400" dirty="0"/>
              <a:t> </a:t>
            </a:r>
            <a:r>
              <a:rPr lang="pt-BR" sz="1400" dirty="0" err="1"/>
              <a:t>double</a:t>
            </a:r>
            <a:r>
              <a:rPr lang="pt-BR" sz="1400" dirty="0"/>
              <a:t> K,Z[5];          </a:t>
            </a:r>
          </a:p>
          <a:p>
            <a:pPr>
              <a:defRPr/>
            </a:pPr>
            <a:r>
              <a:rPr lang="pt-BR" sz="1400" dirty="0"/>
              <a:t>    </a:t>
            </a:r>
            <a:r>
              <a:rPr lang="pt-BR" sz="1400" dirty="0" err="1"/>
              <a:t>printf</a:t>
            </a:r>
            <a:r>
              <a:rPr lang="pt-BR" sz="1400" dirty="0"/>
              <a:t>("Tamanho de Bytes de A =  %d \n Tamanho de Bytes do vetor B =  %d  \n", </a:t>
            </a:r>
            <a:r>
              <a:rPr lang="pt-BR" sz="1400" dirty="0" err="1"/>
              <a:t>sizeof</a:t>
            </a:r>
            <a:r>
              <a:rPr lang="pt-BR" sz="1400" dirty="0"/>
              <a:t>(A), </a:t>
            </a:r>
            <a:r>
              <a:rPr lang="pt-BR" sz="1400" dirty="0" err="1"/>
              <a:t>sizeof</a:t>
            </a:r>
            <a:r>
              <a:rPr lang="pt-BR" sz="1400" dirty="0"/>
              <a:t>(B));</a:t>
            </a:r>
          </a:p>
          <a:p>
            <a:pPr>
              <a:defRPr/>
            </a:pPr>
            <a:r>
              <a:rPr lang="pt-BR" sz="1400" dirty="0"/>
              <a:t>    </a:t>
            </a:r>
            <a:r>
              <a:rPr lang="pt-BR" sz="1400" dirty="0" err="1"/>
              <a:t>printf</a:t>
            </a:r>
            <a:r>
              <a:rPr lang="pt-BR" sz="1400" dirty="0"/>
              <a:t>("Tamanho de Bytes de v =  %d \n Tamanho de Bytes do vetor X =  %d  \n", </a:t>
            </a:r>
            <a:r>
              <a:rPr lang="pt-BR" sz="1400" dirty="0" err="1"/>
              <a:t>sizeof</a:t>
            </a:r>
            <a:r>
              <a:rPr lang="pt-BR" sz="1400" dirty="0"/>
              <a:t>(V), </a:t>
            </a:r>
            <a:r>
              <a:rPr lang="pt-BR" sz="1400" dirty="0" err="1"/>
              <a:t>sizeof</a:t>
            </a:r>
            <a:r>
              <a:rPr lang="pt-BR" sz="1400" dirty="0"/>
              <a:t>(X));</a:t>
            </a:r>
          </a:p>
          <a:p>
            <a:pPr>
              <a:defRPr/>
            </a:pPr>
            <a:r>
              <a:rPr lang="pt-BR" sz="1400" dirty="0"/>
              <a:t>    </a:t>
            </a:r>
            <a:r>
              <a:rPr lang="pt-BR" sz="1400" dirty="0" err="1"/>
              <a:t>printf</a:t>
            </a:r>
            <a:r>
              <a:rPr lang="pt-BR" sz="1400" dirty="0"/>
              <a:t>("Tamanho de Bytes de Y =  %d \n Tamanho de Bytes do vetor W =  %d  \n", </a:t>
            </a:r>
            <a:r>
              <a:rPr lang="pt-BR" sz="1400" dirty="0" err="1"/>
              <a:t>sizeof</a:t>
            </a:r>
            <a:r>
              <a:rPr lang="pt-BR" sz="1400" dirty="0"/>
              <a:t>(Y), </a:t>
            </a:r>
            <a:r>
              <a:rPr lang="pt-BR" sz="1400" dirty="0" err="1"/>
              <a:t>sizeof</a:t>
            </a:r>
            <a:r>
              <a:rPr lang="pt-BR" sz="1400" dirty="0"/>
              <a:t>(W)); </a:t>
            </a:r>
          </a:p>
          <a:p>
            <a:pPr>
              <a:defRPr/>
            </a:pPr>
            <a:r>
              <a:rPr lang="pt-BR" sz="1400" dirty="0"/>
              <a:t>    </a:t>
            </a:r>
            <a:r>
              <a:rPr lang="pt-BR" sz="1400" dirty="0" err="1"/>
              <a:t>printf</a:t>
            </a:r>
            <a:r>
              <a:rPr lang="pt-BR" sz="1400" dirty="0"/>
              <a:t>("Tamanho de Bytes de K =  %d \n Tamanho de Bytes do vetor Z =  %d  \n", </a:t>
            </a:r>
            <a:r>
              <a:rPr lang="pt-BR" sz="1400" dirty="0" err="1"/>
              <a:t>sizeof</a:t>
            </a:r>
            <a:r>
              <a:rPr lang="pt-BR" sz="1400" dirty="0"/>
              <a:t>(K), </a:t>
            </a:r>
            <a:r>
              <a:rPr lang="pt-BR" sz="1400" dirty="0" err="1"/>
              <a:t>sizeof</a:t>
            </a:r>
            <a:r>
              <a:rPr lang="pt-BR" sz="1400" dirty="0"/>
              <a:t>(Z));          </a:t>
            </a:r>
          </a:p>
          <a:p>
            <a:pPr>
              <a:defRPr/>
            </a:pPr>
            <a:r>
              <a:rPr lang="pt-BR" sz="1400" dirty="0"/>
              <a:t>    </a:t>
            </a:r>
            <a:r>
              <a:rPr lang="pt-BR" sz="1400" dirty="0" err="1"/>
              <a:t>getch</a:t>
            </a:r>
            <a:r>
              <a:rPr lang="pt-BR" sz="1400" dirty="0"/>
              <a:t>();</a:t>
            </a:r>
          </a:p>
          <a:p>
            <a:pPr>
              <a:defRPr/>
            </a:pPr>
            <a:r>
              <a:rPr lang="pt-BR" sz="1400" dirty="0"/>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FDF0CFFD-5E49-9582-66EB-57905845F955}"/>
              </a:ext>
            </a:extLst>
          </p:cNvPr>
          <p:cNvSpPr>
            <a:spLocks noGrp="1"/>
          </p:cNvSpPr>
          <p:nvPr>
            <p:ph type="sldNum" sz="quarter" idx="12"/>
          </p:nvPr>
        </p:nvSpPr>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defRPr/>
            </a:pPr>
            <a:fld id="{D577FEA0-4D97-4DC1-AD3F-08B63DC17AA2}" type="slidenum">
              <a:rPr lang="pt-BR" altLang="pt-BR" smtClean="0">
                <a:solidFill>
                  <a:srgbClr val="000000"/>
                </a:solidFill>
                <a:latin typeface="Arial" panose="020B0604020202020204" pitchFamily="34" charset="0"/>
              </a:rPr>
              <a:pPr>
                <a:defRPr/>
              </a:pPr>
              <a:t>12</a:t>
            </a:fld>
            <a:endParaRPr lang="pt-BR" altLang="pt-BR">
              <a:solidFill>
                <a:srgbClr val="000000"/>
              </a:solidFill>
              <a:latin typeface="Arial" panose="020B0604020202020204" pitchFamily="34" charset="0"/>
            </a:endParaRPr>
          </a:p>
        </p:txBody>
      </p:sp>
      <p:sp>
        <p:nvSpPr>
          <p:cNvPr id="1665026" name="Rectangle 2">
            <a:extLst>
              <a:ext uri="{FF2B5EF4-FFF2-40B4-BE49-F238E27FC236}">
                <a16:creationId xmlns:a16="http://schemas.microsoft.com/office/drawing/2014/main" id="{BCBD9908-DC53-D5DD-906C-CE74B6C694B5}"/>
              </a:ext>
            </a:extLst>
          </p:cNvPr>
          <p:cNvSpPr>
            <a:spLocks noGrp="1" noChangeArrowheads="1"/>
          </p:cNvSpPr>
          <p:nvPr>
            <p:ph type="title"/>
          </p:nvPr>
        </p:nvSpPr>
        <p:spPr/>
        <p:txBody>
          <a:bodyPr/>
          <a:lstStyle/>
          <a:p>
            <a:pPr>
              <a:defRPr/>
            </a:pPr>
            <a:r>
              <a:rPr lang="pt-BR" altLang="zh-CN" dirty="0">
                <a:effectLst/>
                <a:ea typeface="SimSun" panose="02010600030101010101" pitchFamily="2" charset="-122"/>
              </a:rPr>
              <a:t>6.1 - Vetores e matrizes estáticos </a:t>
            </a:r>
            <a:br>
              <a:rPr lang="pt-BR" altLang="zh-CN" dirty="0">
                <a:effectLst/>
                <a:ea typeface="SimSun" panose="02010600030101010101" pitchFamily="2" charset="-122"/>
              </a:rPr>
            </a:br>
            <a:r>
              <a:rPr lang="pt-BR" altLang="zh-CN" dirty="0">
                <a:effectLst/>
                <a:ea typeface="SimSun" panose="02010600030101010101" pitchFamily="2" charset="-122"/>
              </a:rPr>
              <a:t>Declaração e inicialização de vetores</a:t>
            </a:r>
            <a:r>
              <a:rPr lang="pt-BR" altLang="zh-CN" dirty="0">
                <a:ea typeface="SimSun" panose="02010600030101010101" pitchFamily="2" charset="-122"/>
              </a:rPr>
              <a:t> </a:t>
            </a:r>
            <a:endParaRPr lang="pt-BR" altLang="pt-BR" dirty="0">
              <a:ea typeface="SimSun" panose="02010600030101010101" pitchFamily="2" charset="-122"/>
            </a:endParaRPr>
          </a:p>
        </p:txBody>
      </p:sp>
      <p:sp>
        <p:nvSpPr>
          <p:cNvPr id="25604" name="Rectangle 3">
            <a:extLst>
              <a:ext uri="{FF2B5EF4-FFF2-40B4-BE49-F238E27FC236}">
                <a16:creationId xmlns:a16="http://schemas.microsoft.com/office/drawing/2014/main" id="{35D3C81E-6592-6413-CCFC-078AA05181F0}"/>
              </a:ext>
            </a:extLst>
          </p:cNvPr>
          <p:cNvSpPr>
            <a:spLocks noGrp="1" noChangeArrowheads="1"/>
          </p:cNvSpPr>
          <p:nvPr>
            <p:ph type="body" idx="1"/>
          </p:nvPr>
        </p:nvSpPr>
        <p:spPr>
          <a:xfrm>
            <a:off x="1847850" y="1412876"/>
            <a:ext cx="8362950" cy="4608513"/>
          </a:xfrm>
        </p:spPr>
        <p:txBody>
          <a:bodyPr/>
          <a:lstStyle/>
          <a:p>
            <a:pPr algn="just"/>
            <a:r>
              <a:rPr lang="pt-BR" altLang="zh-CN">
                <a:effectLst/>
                <a:ea typeface="SimSun" panose="02010600030101010101" pitchFamily="2" charset="-122"/>
              </a:rPr>
              <a:t>   </a:t>
            </a:r>
          </a:p>
        </p:txBody>
      </p:sp>
      <p:pic>
        <p:nvPicPr>
          <p:cNvPr id="1665028" name="Picture 4">
            <a:extLst>
              <a:ext uri="{FF2B5EF4-FFF2-40B4-BE49-F238E27FC236}">
                <a16:creationId xmlns:a16="http://schemas.microsoft.com/office/drawing/2014/main" id="{3F86C5CF-FC03-C17D-B48A-3B2E58855E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4495" t="20323" r="19368" b="6235"/>
          <a:stretch>
            <a:fillRect/>
          </a:stretch>
        </p:blipFill>
        <p:spPr bwMode="auto">
          <a:xfrm>
            <a:off x="2063750" y="1619251"/>
            <a:ext cx="8280400" cy="4473575"/>
          </a:xfrm>
          <a:prstGeom prst="rect">
            <a:avLst/>
          </a:prstGeom>
          <a:noFill/>
          <a:ln w="9525">
            <a:solidFill>
              <a:srgbClr val="CC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5606" name="Text Box 5">
            <a:extLst>
              <a:ext uri="{FF2B5EF4-FFF2-40B4-BE49-F238E27FC236}">
                <a16:creationId xmlns:a16="http://schemas.microsoft.com/office/drawing/2014/main" id="{5A1B73FD-E8AC-38D4-039C-99E383952010}"/>
              </a:ext>
            </a:extLst>
          </p:cNvPr>
          <p:cNvSpPr txBox="1">
            <a:spLocks noChangeArrowheads="1"/>
          </p:cNvSpPr>
          <p:nvPr/>
        </p:nvSpPr>
        <p:spPr bwMode="auto">
          <a:xfrm>
            <a:off x="1524001" y="6543676"/>
            <a:ext cx="1262063" cy="314325"/>
          </a:xfrm>
          <a:prstGeom prst="rect">
            <a:avLst/>
          </a:prstGeom>
          <a:solidFill>
            <a:schemeClr val="folHlink"/>
          </a:solidFill>
          <a:ln w="9525" algn="ctr">
            <a:solidFill>
              <a:srgbClr val="A5002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spcBef>
                <a:spcPct val="20000"/>
              </a:spcBef>
              <a:spcAft>
                <a:spcPct val="50000"/>
              </a:spcAft>
              <a:buClr>
                <a:schemeClr val="hlink"/>
              </a:buClr>
              <a:buSzPct val="65000"/>
              <a:buFont typeface="Wingdings" panose="05000000000000000000" pitchFamily="2" charset="2"/>
              <a:defRPr>
                <a:solidFill>
                  <a:srgbClr val="000000"/>
                </a:solidFill>
                <a:latin typeface="Tahoma" panose="020B0604030504040204" pitchFamily="34" charset="0"/>
              </a:defRPr>
            </a:lvl1pPr>
            <a:lvl2pPr marL="742950" indent="-285750">
              <a:spcBef>
                <a:spcPct val="20000"/>
              </a:spcBef>
              <a:spcAft>
                <a:spcPct val="50000"/>
              </a:spcAft>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9pPr>
          </a:lstStyle>
          <a:p>
            <a:pPr algn="l">
              <a:spcBef>
                <a:spcPct val="0"/>
              </a:spcBef>
              <a:spcAft>
                <a:spcPct val="0"/>
              </a:spcAft>
              <a:buClrTx/>
              <a:buSzTx/>
              <a:buFontTx/>
              <a:buNone/>
            </a:pPr>
            <a:r>
              <a:rPr lang="pt-BR" altLang="pt-BR" sz="1400" b="1"/>
              <a:t>Sizeof vetor</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65028"/>
                                        </p:tgtEl>
                                        <p:attrNameLst>
                                          <p:attrName>style.visibility</p:attrName>
                                        </p:attrNameLst>
                                      </p:cBhvr>
                                      <p:to>
                                        <p:strVal val="visible"/>
                                      </p:to>
                                    </p:set>
                                    <p:animEffect transition="in" filter="blinds(horizontal)">
                                      <p:cBhvr>
                                        <p:cTn id="7" dur="500"/>
                                        <p:tgtEl>
                                          <p:spTgt spid="166502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xit" presetSubtype="10" fill="hold" grpId="1" nodeType="clickEffect">
                                  <p:stCondLst>
                                    <p:cond delay="0"/>
                                  </p:stCondLst>
                                  <p:childTnLst>
                                    <p:animEffect transition="out" filter="checkerboard(across)">
                                      <p:cBhvr>
                                        <p:cTn id="11" dur="500"/>
                                        <p:tgtEl>
                                          <p:spTgt spid="1665028"/>
                                        </p:tgtEl>
                                      </p:cBhvr>
                                    </p:animEffect>
                                    <p:set>
                                      <p:cBhvr>
                                        <p:cTn id="12" dur="1" fill="hold">
                                          <p:stCondLst>
                                            <p:cond delay="499"/>
                                          </p:stCondLst>
                                        </p:cTn>
                                        <p:tgtEl>
                                          <p:spTgt spid="166502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5028" grpId="0" animBg="1"/>
      <p:bldP spid="1665028" grpId="1"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ço Reservado para Número de Slide 5">
            <a:extLst>
              <a:ext uri="{FF2B5EF4-FFF2-40B4-BE49-F238E27FC236}">
                <a16:creationId xmlns:a16="http://schemas.microsoft.com/office/drawing/2014/main" id="{33EE5B78-0311-A0FC-2FCB-3735198523D7}"/>
              </a:ext>
            </a:extLst>
          </p:cNvPr>
          <p:cNvSpPr>
            <a:spLocks noGrp="1"/>
          </p:cNvSpPr>
          <p:nvPr>
            <p:ph type="sldNum" sz="quarter" idx="12"/>
          </p:nvPr>
        </p:nvSpPr>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defRPr/>
            </a:pPr>
            <a:fld id="{A3498012-15CF-4584-A5FC-B2A66210AC5A}" type="slidenum">
              <a:rPr lang="pt-BR" altLang="pt-BR" smtClean="0">
                <a:solidFill>
                  <a:srgbClr val="000000"/>
                </a:solidFill>
                <a:latin typeface="Arial" panose="020B0604020202020204" pitchFamily="34" charset="0"/>
              </a:rPr>
              <a:pPr>
                <a:defRPr/>
              </a:pPr>
              <a:t>13</a:t>
            </a:fld>
            <a:endParaRPr lang="pt-BR" altLang="pt-BR">
              <a:solidFill>
                <a:srgbClr val="000000"/>
              </a:solidFill>
              <a:latin typeface="Arial" panose="020B0604020202020204" pitchFamily="34" charset="0"/>
            </a:endParaRPr>
          </a:p>
        </p:txBody>
      </p:sp>
      <p:sp>
        <p:nvSpPr>
          <p:cNvPr id="1544194" name="Rectangle 2">
            <a:extLst>
              <a:ext uri="{FF2B5EF4-FFF2-40B4-BE49-F238E27FC236}">
                <a16:creationId xmlns:a16="http://schemas.microsoft.com/office/drawing/2014/main" id="{FAA331C5-10A1-EBB5-DC30-BACF9C09F2C7}"/>
              </a:ext>
            </a:extLst>
          </p:cNvPr>
          <p:cNvSpPr>
            <a:spLocks noGrp="1" noChangeArrowheads="1"/>
          </p:cNvSpPr>
          <p:nvPr>
            <p:ph type="title"/>
          </p:nvPr>
        </p:nvSpPr>
        <p:spPr/>
        <p:txBody>
          <a:bodyPr/>
          <a:lstStyle/>
          <a:p>
            <a:pPr>
              <a:defRPr/>
            </a:pPr>
            <a:r>
              <a:rPr lang="pt-BR" altLang="zh-CN" dirty="0">
                <a:effectLst/>
                <a:ea typeface="SimSun" panose="02010600030101010101" pitchFamily="2" charset="-122"/>
              </a:rPr>
              <a:t>6.1 - Vetores e matrizes estáticos </a:t>
            </a:r>
            <a:br>
              <a:rPr lang="pt-BR" altLang="zh-CN" dirty="0">
                <a:effectLst/>
                <a:ea typeface="SimSun" panose="02010600030101010101" pitchFamily="2" charset="-122"/>
              </a:rPr>
            </a:br>
            <a:r>
              <a:rPr lang="pt-BR" altLang="zh-CN" dirty="0">
                <a:effectLst/>
                <a:ea typeface="SimSun" panose="02010600030101010101" pitchFamily="2" charset="-122"/>
              </a:rPr>
              <a:t>Referência a elementos de vetor</a:t>
            </a:r>
            <a:r>
              <a:rPr lang="pt-BR" altLang="zh-CN" dirty="0">
                <a:ea typeface="SimSun" panose="02010600030101010101" pitchFamily="2" charset="-122"/>
              </a:rPr>
              <a:t> </a:t>
            </a:r>
            <a:endParaRPr lang="pt-BR" altLang="pt-BR" dirty="0">
              <a:ea typeface="SimSun" panose="02010600030101010101" pitchFamily="2" charset="-122"/>
            </a:endParaRPr>
          </a:p>
        </p:txBody>
      </p:sp>
      <p:sp>
        <p:nvSpPr>
          <p:cNvPr id="1544195" name="Rectangle 3">
            <a:extLst>
              <a:ext uri="{FF2B5EF4-FFF2-40B4-BE49-F238E27FC236}">
                <a16:creationId xmlns:a16="http://schemas.microsoft.com/office/drawing/2014/main" id="{51948371-972E-9981-CDE0-4310CFDB8596}"/>
              </a:ext>
            </a:extLst>
          </p:cNvPr>
          <p:cNvSpPr>
            <a:spLocks noGrp="1" noChangeArrowheads="1"/>
          </p:cNvSpPr>
          <p:nvPr>
            <p:ph type="body" idx="1"/>
          </p:nvPr>
        </p:nvSpPr>
        <p:spPr/>
        <p:txBody>
          <a:bodyPr/>
          <a:lstStyle/>
          <a:p>
            <a:pPr algn="just">
              <a:buFont typeface="Wingdings" panose="05000000000000000000" pitchFamily="2" charset="2"/>
              <a:buChar char="n"/>
              <a:defRPr/>
            </a:pPr>
            <a:r>
              <a:rPr lang="pt-BR" altLang="zh-CN" dirty="0">
                <a:effectLst/>
                <a:ea typeface="SimSun" panose="02010600030101010101" pitchFamily="2" charset="-122"/>
              </a:rPr>
              <a:t>   </a:t>
            </a:r>
            <a:r>
              <a:rPr lang="pt-BR" altLang="zh-CN" sz="2000" dirty="0">
                <a:effectLst/>
                <a:ea typeface="SimSun" panose="02010600030101010101" pitchFamily="2" charset="-122"/>
              </a:rPr>
              <a:t>Cada elemento do vetor é referenciado pelo </a:t>
            </a:r>
            <a:r>
              <a:rPr lang="pt-BR" altLang="zh-CN" sz="2000" b="1" dirty="0">
                <a:effectLst/>
                <a:ea typeface="SimSun" panose="02010600030101010101" pitchFamily="2" charset="-122"/>
              </a:rPr>
              <a:t>nome</a:t>
            </a:r>
            <a:r>
              <a:rPr lang="pt-BR" altLang="zh-CN" sz="2000" dirty="0">
                <a:effectLst/>
                <a:ea typeface="SimSun" panose="02010600030101010101" pitchFamily="2" charset="-122"/>
              </a:rPr>
              <a:t> do vetor seguido de um </a:t>
            </a:r>
            <a:r>
              <a:rPr lang="pt-BR" altLang="zh-CN" sz="2000" b="1" dirty="0">
                <a:effectLst/>
                <a:ea typeface="SimSun" panose="02010600030101010101" pitchFamily="2" charset="-122"/>
              </a:rPr>
              <a:t>índice</a:t>
            </a:r>
            <a:r>
              <a:rPr lang="pt-BR" altLang="zh-CN" sz="2000" dirty="0">
                <a:effectLst/>
                <a:ea typeface="SimSun" panose="02010600030101010101" pitchFamily="2" charset="-122"/>
              </a:rPr>
              <a:t> inteiro. O </a:t>
            </a:r>
            <a:r>
              <a:rPr lang="pt-BR" altLang="zh-CN" sz="2000" b="1" dirty="0">
                <a:effectLst/>
                <a:ea typeface="SimSun" panose="02010600030101010101" pitchFamily="2" charset="-122"/>
              </a:rPr>
              <a:t>primeiro</a:t>
            </a:r>
            <a:r>
              <a:rPr lang="pt-BR" altLang="zh-CN" sz="2000" dirty="0">
                <a:effectLst/>
                <a:ea typeface="SimSun" panose="02010600030101010101" pitchFamily="2" charset="-122"/>
              </a:rPr>
              <a:t> elemento do vetor tem índice </a:t>
            </a:r>
            <a:r>
              <a:rPr lang="pt-BR" altLang="zh-CN" sz="2000" b="1" dirty="0">
                <a:effectLst/>
                <a:ea typeface="SimSun" panose="02010600030101010101" pitchFamily="2" charset="-122"/>
              </a:rPr>
              <a:t>0</a:t>
            </a:r>
            <a:r>
              <a:rPr lang="pt-BR" altLang="zh-CN" sz="2000" dirty="0">
                <a:effectLst/>
                <a:ea typeface="SimSun" panose="02010600030101010101" pitchFamily="2" charset="-122"/>
              </a:rPr>
              <a:t> e o </a:t>
            </a:r>
            <a:r>
              <a:rPr lang="pt-BR" altLang="zh-CN" sz="2000" b="1" dirty="0">
                <a:effectLst/>
                <a:ea typeface="SimSun" panose="02010600030101010101" pitchFamily="2" charset="-122"/>
              </a:rPr>
              <a:t>último</a:t>
            </a:r>
            <a:r>
              <a:rPr lang="pt-BR" altLang="zh-CN" sz="2000" dirty="0">
                <a:effectLst/>
                <a:ea typeface="SimSun" panose="02010600030101010101" pitchFamily="2" charset="-122"/>
              </a:rPr>
              <a:t> tem índice tam-1. O índice de um vetor deve ser </a:t>
            </a:r>
            <a:r>
              <a:rPr lang="pt-BR" altLang="zh-CN" sz="2000" b="1" dirty="0">
                <a:effectLst/>
                <a:ea typeface="SimSun" panose="02010600030101010101" pitchFamily="2" charset="-122"/>
              </a:rPr>
              <a:t>inteiro</a:t>
            </a:r>
            <a:r>
              <a:rPr lang="pt-BR" altLang="zh-CN" sz="2000" dirty="0">
                <a:effectLst/>
                <a:ea typeface="SimSun" panose="02010600030101010101" pitchFamily="2" charset="-122"/>
              </a:rPr>
              <a:t>.</a:t>
            </a:r>
            <a:r>
              <a:rPr lang="pt-BR" altLang="zh-CN" sz="2000" dirty="0">
                <a:ea typeface="SimSun" panose="02010600030101010101" pitchFamily="2" charset="-122"/>
              </a:rPr>
              <a:t> </a:t>
            </a:r>
          </a:p>
          <a:p>
            <a:pPr algn="l">
              <a:defRPr/>
            </a:pPr>
            <a:r>
              <a:rPr lang="pt-BR" altLang="zh-CN" b="1" dirty="0">
                <a:ea typeface="SimSun" panose="02010600030101010101" pitchFamily="2" charset="-122"/>
              </a:rPr>
              <a:t>Exemplo:</a:t>
            </a:r>
            <a:r>
              <a:rPr lang="pt-BR" altLang="zh-CN" dirty="0">
                <a:ea typeface="SimSun" panose="02010600030101010101" pitchFamily="2" charset="-122"/>
              </a:rPr>
              <a:t> Algumas referências a vetores:</a:t>
            </a:r>
          </a:p>
          <a:p>
            <a:pPr algn="l">
              <a:spcBef>
                <a:spcPct val="0"/>
              </a:spcBef>
              <a:spcAft>
                <a:spcPct val="0"/>
              </a:spcAft>
              <a:defRPr/>
            </a:pPr>
            <a:r>
              <a:rPr lang="pt-BR" altLang="zh-CN" dirty="0">
                <a:ea typeface="SimSun" panose="02010600030101010101" pitchFamily="2" charset="-122"/>
              </a:rPr>
              <a:t>#define MAX 5</a:t>
            </a:r>
          </a:p>
          <a:p>
            <a:pPr algn="l">
              <a:spcBef>
                <a:spcPct val="0"/>
              </a:spcBef>
              <a:spcAft>
                <a:spcPct val="0"/>
              </a:spcAft>
              <a:defRPr/>
            </a:pPr>
            <a:r>
              <a:rPr lang="pt-BR" altLang="zh-CN" dirty="0" err="1">
                <a:ea typeface="SimSun" panose="02010600030101010101" pitchFamily="2" charset="-122"/>
              </a:rPr>
              <a:t>int</a:t>
            </a:r>
            <a:r>
              <a:rPr lang="pt-BR" altLang="zh-CN" dirty="0">
                <a:ea typeface="SimSun" panose="02010600030101010101" pitchFamily="2" charset="-122"/>
              </a:rPr>
              <a:t> i = 7;</a:t>
            </a:r>
          </a:p>
          <a:p>
            <a:pPr algn="l">
              <a:spcBef>
                <a:spcPct val="0"/>
              </a:spcBef>
              <a:spcAft>
                <a:spcPct val="0"/>
              </a:spcAft>
              <a:defRPr/>
            </a:pPr>
            <a:r>
              <a:rPr lang="pt-BR" altLang="zh-CN" dirty="0" err="1">
                <a:ea typeface="SimSun" panose="02010600030101010101" pitchFamily="2" charset="-122"/>
              </a:rPr>
              <a:t>float</a:t>
            </a:r>
            <a:r>
              <a:rPr lang="pt-BR" altLang="zh-CN" dirty="0">
                <a:ea typeface="SimSun" panose="02010600030101010101" pitchFamily="2" charset="-122"/>
              </a:rPr>
              <a:t> valor[10];               // declaração de vetor</a:t>
            </a:r>
          </a:p>
          <a:p>
            <a:pPr algn="l">
              <a:spcBef>
                <a:spcPct val="0"/>
              </a:spcBef>
              <a:spcAft>
                <a:spcPct val="0"/>
              </a:spcAft>
              <a:defRPr/>
            </a:pPr>
            <a:r>
              <a:rPr lang="pt-BR" altLang="zh-CN" dirty="0">
                <a:ea typeface="SimSun" panose="02010600030101010101" pitchFamily="2" charset="-122"/>
              </a:rPr>
              <a:t>valor[1] = 6.645;</a:t>
            </a:r>
          </a:p>
          <a:p>
            <a:pPr algn="l">
              <a:spcBef>
                <a:spcPct val="0"/>
              </a:spcBef>
              <a:spcAft>
                <a:spcPct val="0"/>
              </a:spcAft>
              <a:defRPr/>
            </a:pPr>
            <a:r>
              <a:rPr lang="pt-BR" altLang="zh-CN" dirty="0">
                <a:ea typeface="SimSun" panose="02010600030101010101" pitchFamily="2" charset="-122"/>
              </a:rPr>
              <a:t>valor[MAX] = 3.867;</a:t>
            </a:r>
          </a:p>
          <a:p>
            <a:pPr algn="l">
              <a:spcBef>
                <a:spcPct val="0"/>
              </a:spcBef>
              <a:spcAft>
                <a:spcPct val="0"/>
              </a:spcAft>
              <a:defRPr/>
            </a:pPr>
            <a:r>
              <a:rPr lang="pt-BR" altLang="zh-CN" dirty="0">
                <a:ea typeface="SimSun" panose="02010600030101010101" pitchFamily="2" charset="-122"/>
              </a:rPr>
              <a:t>valor[i] = 7.645;</a:t>
            </a:r>
          </a:p>
        </p:txBody>
      </p:sp>
      <p:sp>
        <p:nvSpPr>
          <p:cNvPr id="27653" name="Text Box 4">
            <a:extLst>
              <a:ext uri="{FF2B5EF4-FFF2-40B4-BE49-F238E27FC236}">
                <a16:creationId xmlns:a16="http://schemas.microsoft.com/office/drawing/2014/main" id="{74E16A2B-E419-DB03-9599-204599F89B82}"/>
              </a:ext>
            </a:extLst>
          </p:cNvPr>
          <p:cNvSpPr txBox="1">
            <a:spLocks noChangeArrowheads="1"/>
          </p:cNvSpPr>
          <p:nvPr/>
        </p:nvSpPr>
        <p:spPr bwMode="auto">
          <a:xfrm>
            <a:off x="1524000" y="6543676"/>
            <a:ext cx="795338" cy="314325"/>
          </a:xfrm>
          <a:prstGeom prst="rect">
            <a:avLst/>
          </a:prstGeom>
          <a:solidFill>
            <a:schemeClr val="folHlink"/>
          </a:solidFill>
          <a:ln w="9525" algn="ctr">
            <a:solidFill>
              <a:srgbClr val="A5002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spcBef>
                <a:spcPct val="20000"/>
              </a:spcBef>
              <a:spcAft>
                <a:spcPct val="50000"/>
              </a:spcAft>
              <a:buClr>
                <a:schemeClr val="hlink"/>
              </a:buClr>
              <a:buSzPct val="65000"/>
              <a:buFont typeface="Wingdings" panose="05000000000000000000" pitchFamily="2" charset="2"/>
              <a:defRPr>
                <a:solidFill>
                  <a:srgbClr val="000000"/>
                </a:solidFill>
                <a:latin typeface="Tahoma" panose="020B0604030504040204" pitchFamily="34" charset="0"/>
              </a:defRPr>
            </a:lvl1pPr>
            <a:lvl2pPr marL="742950" indent="-285750">
              <a:spcBef>
                <a:spcPct val="20000"/>
              </a:spcBef>
              <a:spcAft>
                <a:spcPct val="50000"/>
              </a:spcAft>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9pPr>
          </a:lstStyle>
          <a:p>
            <a:pPr algn="l">
              <a:spcBef>
                <a:spcPct val="0"/>
              </a:spcBef>
              <a:spcAft>
                <a:spcPct val="0"/>
              </a:spcAft>
              <a:buClrTx/>
              <a:buSzTx/>
              <a:buFontTx/>
              <a:buNone/>
            </a:pPr>
            <a:r>
              <a:rPr lang="pt-BR" altLang="pt-BR" sz="1400" b="1"/>
              <a:t>Vetor3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ço Reservado para Número de Slide 5">
            <a:extLst>
              <a:ext uri="{FF2B5EF4-FFF2-40B4-BE49-F238E27FC236}">
                <a16:creationId xmlns:a16="http://schemas.microsoft.com/office/drawing/2014/main" id="{C05AFBB5-B2D0-9C7A-49BF-FA8D8BF43EDE}"/>
              </a:ext>
            </a:extLst>
          </p:cNvPr>
          <p:cNvSpPr>
            <a:spLocks noGrp="1"/>
          </p:cNvSpPr>
          <p:nvPr>
            <p:ph type="sldNum" sz="quarter" idx="12"/>
          </p:nvPr>
        </p:nvSpPr>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defRPr/>
            </a:pPr>
            <a:fld id="{7D0CB9DB-695F-4151-BAA6-A93B63E3B6A7}" type="slidenum">
              <a:rPr lang="pt-BR" altLang="pt-BR" smtClean="0">
                <a:solidFill>
                  <a:srgbClr val="000000"/>
                </a:solidFill>
                <a:latin typeface="Arial" panose="020B0604020202020204" pitchFamily="34" charset="0"/>
              </a:rPr>
              <a:pPr>
                <a:defRPr/>
              </a:pPr>
              <a:t>14</a:t>
            </a:fld>
            <a:endParaRPr lang="pt-BR" altLang="pt-BR">
              <a:solidFill>
                <a:srgbClr val="000000"/>
              </a:solidFill>
              <a:latin typeface="Arial" panose="020B0604020202020204" pitchFamily="34" charset="0"/>
            </a:endParaRPr>
          </a:p>
        </p:txBody>
      </p:sp>
      <p:sp>
        <p:nvSpPr>
          <p:cNvPr id="29699" name="Rectangle 2">
            <a:extLst>
              <a:ext uri="{FF2B5EF4-FFF2-40B4-BE49-F238E27FC236}">
                <a16:creationId xmlns:a16="http://schemas.microsoft.com/office/drawing/2014/main" id="{FD69B726-E29F-5BF9-2820-48D75D8B5B5F}"/>
              </a:ext>
            </a:extLst>
          </p:cNvPr>
          <p:cNvSpPr>
            <a:spLocks noGrp="1" noChangeArrowheads="1"/>
          </p:cNvSpPr>
          <p:nvPr>
            <p:ph type="title"/>
          </p:nvPr>
        </p:nvSpPr>
        <p:spPr/>
        <p:txBody>
          <a:bodyPr/>
          <a:lstStyle/>
          <a:p>
            <a:r>
              <a:rPr lang="pt-BR" altLang="zh-CN" dirty="0">
                <a:effectLst/>
                <a:ea typeface="SimSun" panose="02010600030101010101" pitchFamily="2" charset="-122"/>
              </a:rPr>
              <a:t>6.1 - Vetores e matrizes estáticos </a:t>
            </a:r>
            <a:br>
              <a:rPr lang="pt-BR" altLang="zh-CN" dirty="0">
                <a:effectLst/>
                <a:ea typeface="SimSun" panose="02010600030101010101" pitchFamily="2" charset="-122"/>
              </a:rPr>
            </a:br>
            <a:r>
              <a:rPr lang="pt-BR" altLang="pt-BR" dirty="0">
                <a:effectLst/>
              </a:rPr>
              <a:t>Inicialização de vetores</a:t>
            </a:r>
          </a:p>
        </p:txBody>
      </p:sp>
      <p:sp>
        <p:nvSpPr>
          <p:cNvPr id="29700" name="Rectangle 3">
            <a:extLst>
              <a:ext uri="{FF2B5EF4-FFF2-40B4-BE49-F238E27FC236}">
                <a16:creationId xmlns:a16="http://schemas.microsoft.com/office/drawing/2014/main" id="{F84F7CD2-C329-7328-D1E9-D309F01B8251}"/>
              </a:ext>
            </a:extLst>
          </p:cNvPr>
          <p:cNvSpPr>
            <a:spLocks noGrp="1" noChangeArrowheads="1"/>
          </p:cNvSpPr>
          <p:nvPr>
            <p:ph type="body" idx="1"/>
          </p:nvPr>
        </p:nvSpPr>
        <p:spPr/>
        <p:txBody>
          <a:bodyPr/>
          <a:lstStyle/>
          <a:p>
            <a:pPr algn="l">
              <a:buFont typeface="Wingdings" panose="05000000000000000000" pitchFamily="2" charset="2"/>
              <a:buChar char="n"/>
            </a:pPr>
            <a:r>
              <a:rPr lang="pt-BR" altLang="zh-CN">
                <a:effectLst/>
                <a:ea typeface="SimSun" panose="02010600030101010101" pitchFamily="2" charset="-122"/>
              </a:rPr>
              <a:t>   </a:t>
            </a:r>
            <a:r>
              <a:rPr lang="pt-BR" altLang="zh-CN" sz="2000">
                <a:effectLst/>
                <a:ea typeface="SimSun" panose="02010600030101010101" pitchFamily="2" charset="-122"/>
              </a:rPr>
              <a:t>Assim como podemos inicializar variáveis (por exemplo: int j = 3;), podemos inicializar vetores.</a:t>
            </a:r>
            <a:r>
              <a:rPr lang="pt-BR" altLang="zh-CN" sz="2000" b="1">
                <a:effectLst/>
                <a:ea typeface="SimSun" panose="02010600030101010101" pitchFamily="2" charset="-122"/>
              </a:rPr>
              <a:t> </a:t>
            </a:r>
          </a:p>
          <a:p>
            <a:pPr algn="l">
              <a:buFont typeface="Wingdings" panose="05000000000000000000" pitchFamily="2" charset="2"/>
              <a:buChar char="n"/>
            </a:pPr>
            <a:r>
              <a:rPr lang="pt-BR" altLang="zh-CN" sz="2000" b="1">
                <a:effectLst/>
                <a:ea typeface="SimSun" panose="02010600030101010101" pitchFamily="2" charset="-122"/>
              </a:rPr>
              <a:t>Sintaxe:</a:t>
            </a:r>
            <a:r>
              <a:rPr lang="pt-BR" altLang="zh-CN" sz="2000">
                <a:effectLst/>
                <a:ea typeface="SimSun" panose="02010600030101010101" pitchFamily="2" charset="-122"/>
              </a:rPr>
              <a:t> A sintaxe para a inicialização dos elementos de um vetor é:</a:t>
            </a:r>
          </a:p>
          <a:p>
            <a:pPr marL="827088" lvl="1" indent="-304800"/>
            <a:r>
              <a:rPr lang="pt-BR" altLang="zh-CN" sz="1800" i="1">
                <a:effectLst/>
                <a:ea typeface="SimSun" panose="02010600030101010101" pitchFamily="2" charset="-122"/>
              </a:rPr>
              <a:t>tipo</a:t>
            </a:r>
            <a:r>
              <a:rPr lang="pt-BR" altLang="zh-CN" sz="1800">
                <a:effectLst/>
                <a:ea typeface="SimSun" panose="02010600030101010101" pitchFamily="2" charset="-122"/>
              </a:rPr>
              <a:t> </a:t>
            </a:r>
            <a:r>
              <a:rPr lang="pt-BR" altLang="zh-CN" sz="1800" i="1">
                <a:effectLst/>
                <a:ea typeface="SimSun" panose="02010600030101010101" pitchFamily="2" charset="-122"/>
              </a:rPr>
              <a:t>nome</a:t>
            </a:r>
            <a:r>
              <a:rPr lang="pt-BR" altLang="zh-CN" sz="1800">
                <a:effectLst/>
                <a:ea typeface="SimSun" panose="02010600030101010101" pitchFamily="2" charset="-122"/>
              </a:rPr>
              <a:t>[</a:t>
            </a:r>
            <a:r>
              <a:rPr lang="pt-BR" altLang="zh-CN" sz="1800" i="1">
                <a:effectLst/>
                <a:ea typeface="SimSun" panose="02010600030101010101" pitchFamily="2" charset="-122"/>
              </a:rPr>
              <a:t>tam</a:t>
            </a:r>
            <a:r>
              <a:rPr lang="pt-BR" altLang="zh-CN" sz="1800">
                <a:effectLst/>
                <a:ea typeface="SimSun" panose="02010600030101010101" pitchFamily="2" charset="-122"/>
              </a:rPr>
              <a:t>] = {</a:t>
            </a:r>
            <a:r>
              <a:rPr lang="pt-BR" altLang="zh-CN" sz="1800" i="1">
                <a:effectLst/>
                <a:ea typeface="SimSun" panose="02010600030101010101" pitchFamily="2" charset="-122"/>
              </a:rPr>
              <a:t>lista de valores</a:t>
            </a:r>
            <a:r>
              <a:rPr lang="pt-BR" altLang="zh-CN" sz="1800">
                <a:effectLst/>
                <a:ea typeface="SimSun" panose="02010600030101010101" pitchFamily="2" charset="-122"/>
              </a:rPr>
              <a:t>};</a:t>
            </a:r>
          </a:p>
          <a:p>
            <a:pPr algn="l"/>
            <a:r>
              <a:rPr lang="pt-BR" altLang="zh-CN">
                <a:effectLst/>
                <a:ea typeface="SimSun" panose="02010600030101010101" pitchFamily="2" charset="-122"/>
              </a:rPr>
              <a:t>	onde:</a:t>
            </a:r>
            <a:endParaRPr lang="pt-BR" altLang="zh-CN" i="1">
              <a:effectLst/>
              <a:ea typeface="SimSun" panose="02010600030101010101" pitchFamily="2" charset="-122"/>
            </a:endParaRPr>
          </a:p>
          <a:p>
            <a:pPr marL="827088" lvl="1" indent="-304800"/>
            <a:r>
              <a:rPr lang="pt-BR" altLang="zh-CN" sz="1800" i="1">
                <a:effectLst/>
                <a:ea typeface="SimSun" panose="02010600030101010101" pitchFamily="2" charset="-122"/>
              </a:rPr>
              <a:t>Lista de valores  é uma lista, separada por vírgulas, dos valores de cada elemento do vetor.</a:t>
            </a:r>
          </a:p>
          <a:p>
            <a:pPr marL="827088" lvl="1" indent="-304800">
              <a:buNone/>
            </a:pPr>
            <a:r>
              <a:rPr lang="pt-BR" altLang="zh-CN" sz="1800">
                <a:effectLst/>
                <a:ea typeface="SimSun" panose="02010600030101010101" pitchFamily="2" charset="-122"/>
              </a:rPr>
              <a:t>Veja as inicializações seguintes. Observe que a inicialização de nota gera o vetor do exemplo do início desta seção.</a:t>
            </a:r>
          </a:p>
          <a:p>
            <a:pPr marL="827088" lvl="1" indent="-304800">
              <a:spcBef>
                <a:spcPct val="0"/>
              </a:spcBef>
              <a:spcAft>
                <a:spcPct val="0"/>
              </a:spcAft>
              <a:buNone/>
            </a:pPr>
            <a:r>
              <a:rPr lang="pt-BR" altLang="zh-CN" i="1">
                <a:effectLst/>
                <a:ea typeface="SimSun" panose="02010600030101010101" pitchFamily="2" charset="-122"/>
              </a:rPr>
              <a:t>     int dia[7] = {12,30,14,7,13,15,6};</a:t>
            </a:r>
          </a:p>
          <a:p>
            <a:pPr marL="827088" lvl="1" indent="-304800">
              <a:spcBef>
                <a:spcPct val="0"/>
              </a:spcBef>
              <a:spcAft>
                <a:spcPct val="0"/>
              </a:spcAft>
              <a:buNone/>
            </a:pPr>
            <a:r>
              <a:rPr lang="pt-BR" altLang="zh-CN" i="1">
                <a:effectLst/>
                <a:ea typeface="SimSun" panose="02010600030101010101" pitchFamily="2" charset="-122"/>
              </a:rPr>
              <a:t>	float nota[5] = {8.4,6.9,4.5,4.6,7.2};</a:t>
            </a:r>
          </a:p>
          <a:p>
            <a:pPr marL="827088" lvl="1" indent="-304800">
              <a:spcBef>
                <a:spcPct val="0"/>
              </a:spcBef>
              <a:spcAft>
                <a:spcPct val="0"/>
              </a:spcAft>
              <a:buNone/>
            </a:pPr>
            <a:r>
              <a:rPr lang="pt-BR" altLang="zh-CN" i="1">
                <a:effectLst/>
                <a:ea typeface="SimSun" panose="02010600030101010101" pitchFamily="2" charset="-122"/>
              </a:rPr>
              <a:t>	char vogal[5] = {'a’, ‘e’, ‘i’, ‘o’, ‘u'};</a:t>
            </a:r>
          </a:p>
        </p:txBody>
      </p:sp>
      <p:sp>
        <p:nvSpPr>
          <p:cNvPr id="29701" name="Text Box 5">
            <a:extLst>
              <a:ext uri="{FF2B5EF4-FFF2-40B4-BE49-F238E27FC236}">
                <a16:creationId xmlns:a16="http://schemas.microsoft.com/office/drawing/2014/main" id="{C18522A1-9F48-98E4-FBC2-6945A7DAFB86}"/>
              </a:ext>
            </a:extLst>
          </p:cNvPr>
          <p:cNvSpPr txBox="1">
            <a:spLocks noChangeArrowheads="1"/>
          </p:cNvSpPr>
          <p:nvPr/>
        </p:nvSpPr>
        <p:spPr bwMode="auto">
          <a:xfrm>
            <a:off x="1524000" y="6543676"/>
            <a:ext cx="795338" cy="314325"/>
          </a:xfrm>
          <a:prstGeom prst="rect">
            <a:avLst/>
          </a:prstGeom>
          <a:solidFill>
            <a:schemeClr val="folHlink"/>
          </a:solidFill>
          <a:ln w="9525" algn="ctr">
            <a:solidFill>
              <a:srgbClr val="A5002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spcBef>
                <a:spcPct val="20000"/>
              </a:spcBef>
              <a:spcAft>
                <a:spcPct val="50000"/>
              </a:spcAft>
              <a:buClr>
                <a:schemeClr val="hlink"/>
              </a:buClr>
              <a:buSzPct val="65000"/>
              <a:buFont typeface="Wingdings" panose="05000000000000000000" pitchFamily="2" charset="2"/>
              <a:defRPr>
                <a:solidFill>
                  <a:srgbClr val="000000"/>
                </a:solidFill>
                <a:latin typeface="Tahoma" panose="020B0604030504040204" pitchFamily="34" charset="0"/>
              </a:defRPr>
            </a:lvl1pPr>
            <a:lvl2pPr marL="742950" indent="-285750">
              <a:spcBef>
                <a:spcPct val="20000"/>
              </a:spcBef>
              <a:spcAft>
                <a:spcPct val="50000"/>
              </a:spcAft>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9pPr>
          </a:lstStyle>
          <a:p>
            <a:pPr algn="l">
              <a:spcBef>
                <a:spcPct val="0"/>
              </a:spcBef>
              <a:spcAft>
                <a:spcPct val="0"/>
              </a:spcAft>
              <a:buClrTx/>
              <a:buSzTx/>
              <a:buFontTx/>
              <a:buNone/>
            </a:pPr>
            <a:r>
              <a:rPr lang="pt-BR" altLang="pt-BR" sz="1400" b="1"/>
              <a:t>Vetor4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ço Reservado para Número de Slide 5">
            <a:extLst>
              <a:ext uri="{FF2B5EF4-FFF2-40B4-BE49-F238E27FC236}">
                <a16:creationId xmlns:a16="http://schemas.microsoft.com/office/drawing/2014/main" id="{D22C2251-048D-59E5-DD14-7B3117C2325E}"/>
              </a:ext>
            </a:extLst>
          </p:cNvPr>
          <p:cNvSpPr>
            <a:spLocks noGrp="1"/>
          </p:cNvSpPr>
          <p:nvPr>
            <p:ph type="sldNum" sz="quarter" idx="12"/>
          </p:nvPr>
        </p:nvSpPr>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defRPr/>
            </a:pPr>
            <a:fld id="{8D2E11C4-A3CC-41EC-8022-E0ACD0E8ECFB}" type="slidenum">
              <a:rPr lang="pt-BR" altLang="pt-BR" smtClean="0">
                <a:solidFill>
                  <a:srgbClr val="000000"/>
                </a:solidFill>
                <a:latin typeface="Arial" panose="020B0604020202020204" pitchFamily="34" charset="0"/>
              </a:rPr>
              <a:pPr>
                <a:defRPr/>
              </a:pPr>
              <a:t>15</a:t>
            </a:fld>
            <a:endParaRPr lang="pt-BR" altLang="pt-BR">
              <a:solidFill>
                <a:srgbClr val="000000"/>
              </a:solidFill>
              <a:latin typeface="Arial" panose="020B0604020202020204" pitchFamily="34" charset="0"/>
            </a:endParaRPr>
          </a:p>
        </p:txBody>
      </p:sp>
      <p:sp>
        <p:nvSpPr>
          <p:cNvPr id="37891" name="Rectangle 2">
            <a:extLst>
              <a:ext uri="{FF2B5EF4-FFF2-40B4-BE49-F238E27FC236}">
                <a16:creationId xmlns:a16="http://schemas.microsoft.com/office/drawing/2014/main" id="{E31A5382-264A-F680-E310-198C7D44C3A5}"/>
              </a:ext>
            </a:extLst>
          </p:cNvPr>
          <p:cNvSpPr>
            <a:spLocks noGrp="1" noChangeArrowheads="1"/>
          </p:cNvSpPr>
          <p:nvPr>
            <p:ph type="title"/>
          </p:nvPr>
        </p:nvSpPr>
        <p:spPr/>
        <p:txBody>
          <a:bodyPr/>
          <a:lstStyle/>
          <a:p>
            <a:r>
              <a:rPr lang="pt-BR" altLang="zh-CN" dirty="0">
                <a:effectLst/>
                <a:ea typeface="SimSun" panose="02010600030101010101" pitchFamily="2" charset="-122"/>
              </a:rPr>
              <a:t>6.1 - Vetores e matrizes estáticos </a:t>
            </a:r>
            <a:br>
              <a:rPr lang="pt-BR" altLang="zh-CN" dirty="0">
                <a:effectLst/>
                <a:ea typeface="SimSun" panose="02010600030101010101" pitchFamily="2" charset="-122"/>
              </a:rPr>
            </a:br>
            <a:r>
              <a:rPr lang="pt-BR" altLang="pt-BR" dirty="0">
                <a:effectLst/>
              </a:rPr>
              <a:t>Inicialização de vetores</a:t>
            </a:r>
          </a:p>
        </p:txBody>
      </p:sp>
      <p:sp>
        <p:nvSpPr>
          <p:cNvPr id="37892" name="Rectangle 3">
            <a:extLst>
              <a:ext uri="{FF2B5EF4-FFF2-40B4-BE49-F238E27FC236}">
                <a16:creationId xmlns:a16="http://schemas.microsoft.com/office/drawing/2014/main" id="{FB7EA653-A93D-E962-5D81-A022FB6710BC}"/>
              </a:ext>
            </a:extLst>
          </p:cNvPr>
          <p:cNvSpPr>
            <a:spLocks noGrp="1" noChangeArrowheads="1"/>
          </p:cNvSpPr>
          <p:nvPr>
            <p:ph type="body" idx="1"/>
          </p:nvPr>
        </p:nvSpPr>
        <p:spPr/>
        <p:txBody>
          <a:bodyPr/>
          <a:lstStyle/>
          <a:p>
            <a:pPr algn="l">
              <a:buFont typeface="Wingdings" panose="05000000000000000000" pitchFamily="2" charset="2"/>
              <a:buChar char="n"/>
            </a:pPr>
            <a:r>
              <a:rPr lang="pt-BR" altLang="pt-BR">
                <a:effectLst/>
              </a:rPr>
              <a:t> Uma constante simbólica </a:t>
            </a:r>
            <a:r>
              <a:rPr lang="pt-BR" altLang="pt-BR" b="1">
                <a:effectLst/>
              </a:rPr>
              <a:t>é um identificador</a:t>
            </a:r>
            <a:r>
              <a:rPr lang="pt-BR" altLang="pt-BR">
                <a:effectLst/>
              </a:rPr>
              <a:t> </a:t>
            </a:r>
            <a:r>
              <a:rPr lang="pt-BR" altLang="pt-BR" b="1">
                <a:effectLst/>
              </a:rPr>
              <a:t>que é substituído por um </a:t>
            </a:r>
            <a:r>
              <a:rPr lang="pt-BR" altLang="pt-BR" b="1" i="1">
                <a:effectLst/>
              </a:rPr>
              <a:t>texto de substituição</a:t>
            </a:r>
            <a:r>
              <a:rPr lang="pt-BR" altLang="pt-BR" i="1">
                <a:effectLst/>
              </a:rPr>
              <a:t> </a:t>
            </a:r>
            <a:r>
              <a:rPr lang="pt-BR" altLang="pt-BR">
                <a:effectLst/>
              </a:rPr>
              <a:t>pelo pré-processador da linguagem C antes de o programa ser compilado.</a:t>
            </a:r>
          </a:p>
          <a:p>
            <a:pPr algn="l">
              <a:buFont typeface="Wingdings" panose="05000000000000000000" pitchFamily="2" charset="2"/>
              <a:buChar char="n"/>
            </a:pPr>
            <a:r>
              <a:rPr lang="pt-BR" altLang="pt-BR">
                <a:effectLst/>
              </a:rPr>
              <a:t>A diretiva do pré-processador </a:t>
            </a:r>
            <a:r>
              <a:rPr lang="pt-BR" altLang="pt-BR" b="1">
                <a:effectLst/>
              </a:rPr>
              <a:t>#define</a:t>
            </a:r>
            <a:r>
              <a:rPr lang="pt-BR" altLang="pt-BR">
                <a:effectLst/>
              </a:rPr>
              <a:t> define uma constante simbólica.</a:t>
            </a:r>
          </a:p>
          <a:p>
            <a:pPr algn="l">
              <a:buFont typeface="Wingdings" panose="05000000000000000000" pitchFamily="2" charset="2"/>
              <a:buChar char="n"/>
            </a:pPr>
            <a:r>
              <a:rPr lang="pt-BR" altLang="pt-BR">
                <a:effectLst/>
              </a:rPr>
              <a:t>Por exemplo, a linha de código </a:t>
            </a:r>
            <a:r>
              <a:rPr lang="pt-BR" altLang="pt-BR" b="1">
                <a:effectLst/>
              </a:rPr>
              <a:t>#define X 10</a:t>
            </a:r>
            <a:r>
              <a:rPr lang="pt-BR" altLang="pt-BR">
                <a:effectLst/>
              </a:rPr>
              <a:t> define uma constante simbólica </a:t>
            </a:r>
            <a:r>
              <a:rPr lang="pt-BR" altLang="pt-BR" b="1">
                <a:effectLst/>
              </a:rPr>
              <a:t>X</a:t>
            </a:r>
            <a:r>
              <a:rPr lang="pt-BR" altLang="pt-BR">
                <a:effectLst/>
              </a:rPr>
              <a:t> cujo valor é </a:t>
            </a:r>
            <a:r>
              <a:rPr lang="pt-BR" altLang="pt-BR" b="1">
                <a:effectLst/>
              </a:rPr>
              <a:t>10</a:t>
            </a:r>
            <a:r>
              <a:rPr lang="pt-BR" altLang="pt-BR">
                <a:effectLst/>
              </a:rPr>
              <a:t>.</a:t>
            </a:r>
          </a:p>
          <a:p>
            <a:pPr algn="l">
              <a:buFont typeface="Wingdings" panose="05000000000000000000" pitchFamily="2" charset="2"/>
              <a:buChar char="n"/>
            </a:pPr>
            <a:r>
              <a:rPr lang="pt-BR" altLang="pt-BR">
                <a:effectLst/>
              </a:rPr>
              <a:t>Quando o programa é pré-processado, toda as ocorrências da constante simbólica </a:t>
            </a:r>
            <a:r>
              <a:rPr lang="pt-BR" altLang="pt-BR" b="1">
                <a:effectLst/>
              </a:rPr>
              <a:t>X</a:t>
            </a:r>
            <a:r>
              <a:rPr lang="pt-BR" altLang="pt-BR">
                <a:effectLst/>
              </a:rPr>
              <a:t> são substituídas pelo texto de substituição </a:t>
            </a:r>
            <a:r>
              <a:rPr lang="pt-BR" altLang="pt-BR" b="1">
                <a:effectLst/>
              </a:rPr>
              <a:t>10</a:t>
            </a:r>
            <a:r>
              <a:rPr lang="pt-BR" altLang="pt-BR">
                <a:effectLst/>
              </a:rPr>
              <a:t>.</a:t>
            </a:r>
          </a:p>
          <a:p>
            <a:pPr algn="l">
              <a:buFont typeface="Wingdings" panose="05000000000000000000" pitchFamily="2" charset="2"/>
              <a:buChar char="n"/>
            </a:pPr>
            <a:r>
              <a:rPr lang="pt-BR" altLang="pt-BR">
                <a:effectLst/>
              </a:rPr>
              <a:t>Usar constantes simbólicas para especificar tamanhos de vetores torna os programas mais flexíveis (ou escaláveis).</a:t>
            </a:r>
          </a:p>
        </p:txBody>
      </p:sp>
      <p:sp>
        <p:nvSpPr>
          <p:cNvPr id="37893" name="Text Box 4">
            <a:extLst>
              <a:ext uri="{FF2B5EF4-FFF2-40B4-BE49-F238E27FC236}">
                <a16:creationId xmlns:a16="http://schemas.microsoft.com/office/drawing/2014/main" id="{8D867F11-31EC-03FA-AFB1-3846591620B8}"/>
              </a:ext>
            </a:extLst>
          </p:cNvPr>
          <p:cNvSpPr txBox="1">
            <a:spLocks noChangeArrowheads="1"/>
          </p:cNvSpPr>
          <p:nvPr/>
        </p:nvSpPr>
        <p:spPr bwMode="auto">
          <a:xfrm>
            <a:off x="1530350" y="6545264"/>
            <a:ext cx="795338" cy="314325"/>
          </a:xfrm>
          <a:prstGeom prst="rect">
            <a:avLst/>
          </a:prstGeom>
          <a:solidFill>
            <a:schemeClr val="folHlink"/>
          </a:solidFill>
          <a:ln w="9525" algn="ctr">
            <a:solidFill>
              <a:srgbClr val="A5002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spcBef>
                <a:spcPct val="20000"/>
              </a:spcBef>
              <a:spcAft>
                <a:spcPct val="50000"/>
              </a:spcAft>
              <a:buClr>
                <a:schemeClr val="hlink"/>
              </a:buClr>
              <a:buSzPct val="65000"/>
              <a:buFont typeface="Wingdings" panose="05000000000000000000" pitchFamily="2" charset="2"/>
              <a:defRPr>
                <a:solidFill>
                  <a:srgbClr val="000000"/>
                </a:solidFill>
                <a:latin typeface="Tahoma" panose="020B0604030504040204" pitchFamily="34" charset="0"/>
              </a:defRPr>
            </a:lvl1pPr>
            <a:lvl2pPr marL="742950" indent="-285750">
              <a:spcBef>
                <a:spcPct val="20000"/>
              </a:spcBef>
              <a:spcAft>
                <a:spcPct val="50000"/>
              </a:spcAft>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9pPr>
          </a:lstStyle>
          <a:p>
            <a:pPr algn="l">
              <a:spcBef>
                <a:spcPct val="0"/>
              </a:spcBef>
              <a:spcAft>
                <a:spcPct val="0"/>
              </a:spcAft>
              <a:buClrTx/>
              <a:buSzTx/>
              <a:buFontTx/>
              <a:buNone/>
            </a:pPr>
            <a:r>
              <a:rPr lang="pt-BR" altLang="pt-BR" sz="1400" b="1"/>
              <a:t>Vetor7</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ço Reservado para Número de Slide 5">
            <a:extLst>
              <a:ext uri="{FF2B5EF4-FFF2-40B4-BE49-F238E27FC236}">
                <a16:creationId xmlns:a16="http://schemas.microsoft.com/office/drawing/2014/main" id="{D8F7A3FB-1E15-81E5-40E2-E9F37B707613}"/>
              </a:ext>
            </a:extLst>
          </p:cNvPr>
          <p:cNvSpPr>
            <a:spLocks noGrp="1"/>
          </p:cNvSpPr>
          <p:nvPr>
            <p:ph type="sldNum" sz="quarter" idx="12"/>
          </p:nvPr>
        </p:nvSpPr>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defRPr/>
            </a:pPr>
            <a:fld id="{3C124522-0A04-4AD8-8F4D-3B2FD1BBFBFE}" type="slidenum">
              <a:rPr lang="pt-BR" altLang="pt-BR" smtClean="0">
                <a:solidFill>
                  <a:srgbClr val="000000"/>
                </a:solidFill>
                <a:latin typeface="Arial" panose="020B0604020202020204" pitchFamily="34" charset="0"/>
              </a:rPr>
              <a:pPr>
                <a:defRPr/>
              </a:pPr>
              <a:t>16</a:t>
            </a:fld>
            <a:endParaRPr lang="pt-BR" altLang="pt-BR">
              <a:solidFill>
                <a:srgbClr val="000000"/>
              </a:solidFill>
              <a:latin typeface="Arial" panose="020B0604020202020204" pitchFamily="34" charset="0"/>
            </a:endParaRPr>
          </a:p>
        </p:txBody>
      </p:sp>
      <p:sp>
        <p:nvSpPr>
          <p:cNvPr id="1562626" name="Rectangle 2">
            <a:extLst>
              <a:ext uri="{FF2B5EF4-FFF2-40B4-BE49-F238E27FC236}">
                <a16:creationId xmlns:a16="http://schemas.microsoft.com/office/drawing/2014/main" id="{62E34CEF-4F8B-0064-48F0-CBBA0E1870F0}"/>
              </a:ext>
            </a:extLst>
          </p:cNvPr>
          <p:cNvSpPr>
            <a:spLocks noGrp="1" noChangeArrowheads="1"/>
          </p:cNvSpPr>
          <p:nvPr>
            <p:ph type="title"/>
          </p:nvPr>
        </p:nvSpPr>
        <p:spPr/>
        <p:txBody>
          <a:bodyPr/>
          <a:lstStyle/>
          <a:p>
            <a:pPr>
              <a:defRPr/>
            </a:pPr>
            <a:r>
              <a:rPr lang="pt-BR" altLang="zh-CN" dirty="0">
                <a:effectLst/>
                <a:ea typeface="SimSun" panose="02010600030101010101" pitchFamily="2" charset="-122"/>
              </a:rPr>
              <a:t>6.1 - Vetores e matrizes estáticos </a:t>
            </a:r>
            <a:br>
              <a:rPr lang="pt-BR" altLang="zh-CN" dirty="0">
                <a:effectLst/>
                <a:ea typeface="SimSun" panose="02010600030101010101" pitchFamily="2" charset="-122"/>
              </a:rPr>
            </a:br>
            <a:r>
              <a:rPr lang="pt-BR" altLang="zh-CN" dirty="0">
                <a:effectLst/>
                <a:ea typeface="SimSun" panose="02010600030101010101" pitchFamily="2" charset="-122"/>
              </a:rPr>
              <a:t>Soma de elementos de um vetor</a:t>
            </a:r>
            <a:r>
              <a:rPr lang="pt-BR" altLang="zh-CN" dirty="0">
                <a:ea typeface="SimSun" panose="02010600030101010101" pitchFamily="2" charset="-122"/>
              </a:rPr>
              <a:t> </a:t>
            </a:r>
            <a:endParaRPr lang="pt-BR" altLang="pt-BR" dirty="0">
              <a:ea typeface="SimSun" panose="02010600030101010101" pitchFamily="2" charset="-122"/>
            </a:endParaRPr>
          </a:p>
        </p:txBody>
      </p:sp>
      <p:sp>
        <p:nvSpPr>
          <p:cNvPr id="39940" name="Rectangle 3">
            <a:extLst>
              <a:ext uri="{FF2B5EF4-FFF2-40B4-BE49-F238E27FC236}">
                <a16:creationId xmlns:a16="http://schemas.microsoft.com/office/drawing/2014/main" id="{E9AFDC8F-E8F6-E328-32A8-82786C655146}"/>
              </a:ext>
            </a:extLst>
          </p:cNvPr>
          <p:cNvSpPr>
            <a:spLocks noGrp="1" noChangeArrowheads="1"/>
          </p:cNvSpPr>
          <p:nvPr>
            <p:ph type="body" idx="1"/>
          </p:nvPr>
        </p:nvSpPr>
        <p:spPr/>
        <p:txBody>
          <a:bodyPr/>
          <a:lstStyle/>
          <a:p>
            <a:pPr algn="l">
              <a:buFont typeface="Wingdings" panose="05000000000000000000" pitchFamily="2" charset="2"/>
              <a:buChar char="n"/>
            </a:pPr>
            <a:r>
              <a:rPr lang="pt-BR" altLang="zh-CN" sz="2000">
                <a:effectLst/>
                <a:ea typeface="SimSun" panose="02010600030101010101" pitchFamily="2" charset="-122"/>
              </a:rPr>
              <a:t>A soma de elementos de um vetor pode ser feita através de laços</a:t>
            </a:r>
            <a:r>
              <a:rPr lang="pt-BR" altLang="zh-CN" sz="2000" i="1">
                <a:effectLst/>
                <a:ea typeface="SimSun" panose="02010600030101010101" pitchFamily="2" charset="-122"/>
              </a:rPr>
              <a:t> “FOR”, “DO...While” e “While”, ou através da soma individual de cada elemento do vetor. Exemplos:</a:t>
            </a:r>
          </a:p>
          <a:p>
            <a:pPr algn="l">
              <a:spcBef>
                <a:spcPct val="0"/>
              </a:spcBef>
              <a:spcAft>
                <a:spcPct val="0"/>
              </a:spcAft>
            </a:pPr>
            <a:r>
              <a:rPr lang="pt-BR" altLang="zh-CN">
                <a:effectLst/>
                <a:ea typeface="SimSun" panose="02010600030101010101" pitchFamily="2" charset="-122"/>
              </a:rPr>
              <a:t>int a[8] = {1, 3, 5, 4, 8, 12, 6, 10};</a:t>
            </a:r>
          </a:p>
          <a:p>
            <a:pPr algn="l">
              <a:spcBef>
                <a:spcPct val="0"/>
              </a:spcBef>
              <a:spcAft>
                <a:spcPct val="0"/>
              </a:spcAft>
            </a:pPr>
            <a:r>
              <a:rPr lang="pt-BR" altLang="zh-CN">
                <a:effectLst/>
                <a:ea typeface="SimSun" panose="02010600030101010101" pitchFamily="2" charset="-122"/>
              </a:rPr>
              <a:t>int i, total=0;</a:t>
            </a:r>
          </a:p>
          <a:p>
            <a:pPr algn="l">
              <a:spcBef>
                <a:spcPct val="0"/>
              </a:spcBef>
              <a:spcAft>
                <a:spcPct val="0"/>
              </a:spcAft>
            </a:pPr>
            <a:endParaRPr lang="pt-BR" altLang="zh-CN">
              <a:effectLst/>
              <a:ea typeface="SimSun" panose="02010600030101010101" pitchFamily="2" charset="-122"/>
            </a:endParaRPr>
          </a:p>
          <a:p>
            <a:pPr algn="l">
              <a:spcBef>
                <a:spcPct val="0"/>
              </a:spcBef>
              <a:spcAft>
                <a:spcPct val="0"/>
              </a:spcAft>
            </a:pPr>
            <a:r>
              <a:rPr lang="pt-BR" altLang="zh-CN" b="1">
                <a:effectLst/>
                <a:ea typeface="SimSun" panose="02010600030101010101" pitchFamily="2" charset="-122"/>
              </a:rPr>
              <a:t>for ( i=0; i &lt;=7; i++)</a:t>
            </a:r>
          </a:p>
          <a:p>
            <a:pPr algn="l">
              <a:spcBef>
                <a:spcPct val="0"/>
              </a:spcBef>
              <a:spcAft>
                <a:spcPct val="0"/>
              </a:spcAft>
            </a:pPr>
            <a:r>
              <a:rPr lang="pt-BR" altLang="zh-CN">
                <a:effectLst/>
                <a:ea typeface="SimSun" panose="02010600030101010101" pitchFamily="2" charset="-122"/>
              </a:rPr>
              <a:t>    {</a:t>
            </a:r>
          </a:p>
          <a:p>
            <a:pPr algn="l">
              <a:spcBef>
                <a:spcPct val="0"/>
              </a:spcBef>
              <a:spcAft>
                <a:spcPct val="0"/>
              </a:spcAft>
            </a:pPr>
            <a:r>
              <a:rPr lang="pt-BR" altLang="zh-CN" b="1">
                <a:effectLst/>
                <a:ea typeface="SimSun" panose="02010600030101010101" pitchFamily="2" charset="-122"/>
              </a:rPr>
              <a:t>      total= total +a[i]</a:t>
            </a:r>
          </a:p>
          <a:p>
            <a:pPr algn="l">
              <a:spcBef>
                <a:spcPct val="0"/>
              </a:spcBef>
              <a:spcAft>
                <a:spcPct val="0"/>
              </a:spcAft>
            </a:pPr>
            <a:r>
              <a:rPr lang="pt-BR" altLang="zh-CN">
                <a:effectLst/>
                <a:ea typeface="SimSun" panose="02010600030101010101" pitchFamily="2" charset="-122"/>
              </a:rPr>
              <a:t>      printf("\nA soma dos elementos do vetor a e %d\ ", total);</a:t>
            </a:r>
          </a:p>
          <a:p>
            <a:pPr algn="l">
              <a:spcBef>
                <a:spcPct val="0"/>
              </a:spcBef>
              <a:spcAft>
                <a:spcPct val="0"/>
              </a:spcAft>
            </a:pPr>
            <a:r>
              <a:rPr lang="pt-BR" altLang="zh-CN">
                <a:effectLst/>
                <a:ea typeface="SimSun" panose="02010600030101010101" pitchFamily="2" charset="-122"/>
              </a:rPr>
              <a:t>    }</a:t>
            </a:r>
          </a:p>
          <a:p>
            <a:pPr algn="l">
              <a:spcBef>
                <a:spcPct val="0"/>
              </a:spcBef>
              <a:spcAft>
                <a:spcPct val="0"/>
              </a:spcAft>
            </a:pPr>
            <a:r>
              <a:rPr lang="pt-BR" altLang="zh-CN" b="1">
                <a:effectLst/>
                <a:ea typeface="SimSun" panose="02010600030101010101" pitchFamily="2" charset="-122"/>
              </a:rPr>
              <a:t>total=a[0] + a[1] + a[2]+ a[3]+ a[4]+ a[5]+ a[6]+ a[7];</a:t>
            </a:r>
          </a:p>
        </p:txBody>
      </p:sp>
      <p:sp>
        <p:nvSpPr>
          <p:cNvPr id="39941" name="Text Box 4">
            <a:extLst>
              <a:ext uri="{FF2B5EF4-FFF2-40B4-BE49-F238E27FC236}">
                <a16:creationId xmlns:a16="http://schemas.microsoft.com/office/drawing/2014/main" id="{B5A2AB87-61FC-7991-0C19-A050449E5E08}"/>
              </a:ext>
            </a:extLst>
          </p:cNvPr>
          <p:cNvSpPr txBox="1">
            <a:spLocks noChangeArrowheads="1"/>
          </p:cNvSpPr>
          <p:nvPr/>
        </p:nvSpPr>
        <p:spPr bwMode="auto">
          <a:xfrm>
            <a:off x="1546225" y="6542089"/>
            <a:ext cx="795338" cy="314325"/>
          </a:xfrm>
          <a:prstGeom prst="rect">
            <a:avLst/>
          </a:prstGeom>
          <a:solidFill>
            <a:schemeClr val="folHlink"/>
          </a:solidFill>
          <a:ln w="9525" algn="ctr">
            <a:solidFill>
              <a:srgbClr val="A5002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spcBef>
                <a:spcPct val="20000"/>
              </a:spcBef>
              <a:spcAft>
                <a:spcPct val="50000"/>
              </a:spcAft>
              <a:buClr>
                <a:schemeClr val="hlink"/>
              </a:buClr>
              <a:buSzPct val="65000"/>
              <a:buFont typeface="Wingdings" panose="05000000000000000000" pitchFamily="2" charset="2"/>
              <a:defRPr>
                <a:solidFill>
                  <a:srgbClr val="000000"/>
                </a:solidFill>
                <a:latin typeface="Tahoma" panose="020B0604030504040204" pitchFamily="34" charset="0"/>
              </a:defRPr>
            </a:lvl1pPr>
            <a:lvl2pPr marL="742950" indent="-285750">
              <a:spcBef>
                <a:spcPct val="20000"/>
              </a:spcBef>
              <a:spcAft>
                <a:spcPct val="50000"/>
              </a:spcAft>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9pPr>
          </a:lstStyle>
          <a:p>
            <a:pPr algn="l">
              <a:spcBef>
                <a:spcPct val="0"/>
              </a:spcBef>
              <a:spcAft>
                <a:spcPct val="0"/>
              </a:spcAft>
              <a:buClrTx/>
              <a:buSzTx/>
              <a:buFontTx/>
              <a:buNone/>
            </a:pPr>
            <a:r>
              <a:rPr lang="pt-BR" altLang="pt-BR" sz="1400" b="1"/>
              <a:t>Vetor8</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ço Reservado para Número de Slide 5">
            <a:extLst>
              <a:ext uri="{FF2B5EF4-FFF2-40B4-BE49-F238E27FC236}">
                <a16:creationId xmlns:a16="http://schemas.microsoft.com/office/drawing/2014/main" id="{08E72A37-295F-B4C6-28E0-7F2BD0F47468}"/>
              </a:ext>
            </a:extLst>
          </p:cNvPr>
          <p:cNvSpPr>
            <a:spLocks noGrp="1"/>
          </p:cNvSpPr>
          <p:nvPr>
            <p:ph type="sldNum" sz="quarter" idx="12"/>
          </p:nvPr>
        </p:nvSpPr>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defRPr/>
            </a:pPr>
            <a:fld id="{D670F66B-B776-4635-8146-A8654C2A6EAC}" type="slidenum">
              <a:rPr lang="pt-BR" altLang="pt-BR" smtClean="0">
                <a:solidFill>
                  <a:srgbClr val="000000"/>
                </a:solidFill>
                <a:latin typeface="Arial" panose="020B0604020202020204" pitchFamily="34" charset="0"/>
              </a:rPr>
              <a:pPr>
                <a:defRPr/>
              </a:pPr>
              <a:t>17</a:t>
            </a:fld>
            <a:endParaRPr lang="pt-BR" altLang="pt-BR">
              <a:solidFill>
                <a:srgbClr val="000000"/>
              </a:solidFill>
              <a:latin typeface="Arial" panose="020B0604020202020204" pitchFamily="34" charset="0"/>
            </a:endParaRPr>
          </a:p>
        </p:txBody>
      </p:sp>
      <p:sp>
        <p:nvSpPr>
          <p:cNvPr id="41987" name="Rectangle 2">
            <a:extLst>
              <a:ext uri="{FF2B5EF4-FFF2-40B4-BE49-F238E27FC236}">
                <a16:creationId xmlns:a16="http://schemas.microsoft.com/office/drawing/2014/main" id="{CEC35E6A-305C-C64C-F399-443946B65F59}"/>
              </a:ext>
            </a:extLst>
          </p:cNvPr>
          <p:cNvSpPr>
            <a:spLocks noGrp="1" noChangeArrowheads="1"/>
          </p:cNvSpPr>
          <p:nvPr>
            <p:ph type="title"/>
          </p:nvPr>
        </p:nvSpPr>
        <p:spPr/>
        <p:txBody>
          <a:bodyPr/>
          <a:lstStyle/>
          <a:p>
            <a:r>
              <a:rPr lang="pt-BR" altLang="pt-BR">
                <a:effectLst/>
              </a:rPr>
              <a:t>Exercícios</a:t>
            </a:r>
          </a:p>
        </p:txBody>
      </p:sp>
      <p:sp>
        <p:nvSpPr>
          <p:cNvPr id="1584131" name="Rectangle 3">
            <a:extLst>
              <a:ext uri="{FF2B5EF4-FFF2-40B4-BE49-F238E27FC236}">
                <a16:creationId xmlns:a16="http://schemas.microsoft.com/office/drawing/2014/main" id="{1F55E4C1-302A-8681-6DAD-07E2DE7EC03D}"/>
              </a:ext>
            </a:extLst>
          </p:cNvPr>
          <p:cNvSpPr>
            <a:spLocks noGrp="1" noChangeArrowheads="1"/>
          </p:cNvSpPr>
          <p:nvPr>
            <p:ph type="body" idx="1"/>
          </p:nvPr>
        </p:nvSpPr>
        <p:spPr/>
        <p:txBody>
          <a:bodyPr/>
          <a:lstStyle/>
          <a:p>
            <a:pPr algn="l">
              <a:defRPr/>
            </a:pPr>
            <a:r>
              <a:rPr lang="pt-BR" altLang="pt-BR" dirty="0">
                <a:solidFill>
                  <a:schemeClr val="bg2"/>
                </a:solidFill>
              </a:rPr>
              <a:t>1- Fazer um programa para um vetor com os respectivos valores: </a:t>
            </a:r>
          </a:p>
          <a:p>
            <a:pPr algn="l">
              <a:defRPr/>
            </a:pPr>
            <a:r>
              <a:rPr lang="pt-BR" altLang="pt-BR" dirty="0">
                <a:solidFill>
                  <a:schemeClr val="bg2"/>
                </a:solidFill>
              </a:rPr>
              <a:t>a[0]=1;   a[1]=2;   a[2]=3;   a[3]=4</a:t>
            </a:r>
          </a:p>
          <a:p>
            <a:pPr algn="l">
              <a:defRPr/>
            </a:pPr>
            <a:r>
              <a:rPr lang="pt-BR" altLang="pt-BR" dirty="0">
                <a:solidFill>
                  <a:schemeClr val="bg2"/>
                </a:solidFill>
              </a:rPr>
              <a:t>2- Fazer um programa para um vetor com 6 elementos com os valores sendo digitados pelo usuário: </a:t>
            </a:r>
          </a:p>
          <a:p>
            <a:pPr algn="l">
              <a:defRPr/>
            </a:pPr>
            <a:r>
              <a:rPr lang="pt-BR" altLang="pt-BR" dirty="0">
                <a:solidFill>
                  <a:schemeClr val="bg2"/>
                </a:solidFill>
              </a:rPr>
              <a:t>3- Fazer um programa para um vetor com 6 elementos declarados com a instrução DEFINE sendo os valores  digitados pelo usuário.</a:t>
            </a:r>
            <a:endParaRPr lang="pt-BR" altLang="pt-BR" dirty="0"/>
          </a:p>
        </p:txBody>
      </p:sp>
      <p:sp>
        <p:nvSpPr>
          <p:cNvPr id="41989" name="Text Box 5">
            <a:extLst>
              <a:ext uri="{FF2B5EF4-FFF2-40B4-BE49-F238E27FC236}">
                <a16:creationId xmlns:a16="http://schemas.microsoft.com/office/drawing/2014/main" id="{45BCAE87-3DB1-4F13-B022-CAA93F1D8D43}"/>
              </a:ext>
            </a:extLst>
          </p:cNvPr>
          <p:cNvSpPr txBox="1">
            <a:spLocks noChangeArrowheads="1"/>
          </p:cNvSpPr>
          <p:nvPr/>
        </p:nvSpPr>
        <p:spPr bwMode="auto">
          <a:xfrm>
            <a:off x="1524000" y="5229226"/>
            <a:ext cx="2033588" cy="314325"/>
          </a:xfrm>
          <a:prstGeom prst="rect">
            <a:avLst/>
          </a:prstGeom>
          <a:solidFill>
            <a:schemeClr val="folHlink"/>
          </a:solidFill>
          <a:ln w="9525" algn="ctr">
            <a:solidFill>
              <a:srgbClr val="A5002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spcBef>
                <a:spcPct val="20000"/>
              </a:spcBef>
              <a:spcAft>
                <a:spcPct val="50000"/>
              </a:spcAft>
              <a:buClr>
                <a:schemeClr val="hlink"/>
              </a:buClr>
              <a:buSzPct val="65000"/>
              <a:buFont typeface="Wingdings" panose="05000000000000000000" pitchFamily="2" charset="2"/>
              <a:defRPr>
                <a:solidFill>
                  <a:srgbClr val="000000"/>
                </a:solidFill>
                <a:latin typeface="Tahoma" panose="020B0604030504040204" pitchFamily="34" charset="0"/>
              </a:defRPr>
            </a:lvl1pPr>
            <a:lvl2pPr marL="742950" indent="-285750">
              <a:spcBef>
                <a:spcPct val="20000"/>
              </a:spcBef>
              <a:spcAft>
                <a:spcPct val="50000"/>
              </a:spcAft>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9pPr>
          </a:lstStyle>
          <a:p>
            <a:pPr algn="l">
              <a:spcBef>
                <a:spcPct val="0"/>
              </a:spcBef>
              <a:spcAft>
                <a:spcPct val="0"/>
              </a:spcAft>
              <a:buClrTx/>
              <a:buSzTx/>
              <a:buFontTx/>
              <a:buNone/>
            </a:pPr>
            <a:r>
              <a:rPr lang="pt-BR" altLang="pt-BR" sz="1400" b="1"/>
              <a:t>Vetor 9 (Exercício 1)</a:t>
            </a:r>
          </a:p>
        </p:txBody>
      </p:sp>
      <p:sp>
        <p:nvSpPr>
          <p:cNvPr id="41990" name="Text Box 6">
            <a:extLst>
              <a:ext uri="{FF2B5EF4-FFF2-40B4-BE49-F238E27FC236}">
                <a16:creationId xmlns:a16="http://schemas.microsoft.com/office/drawing/2014/main" id="{EFFC50DF-35F5-A6A9-A21F-2DD5B2BD6A69}"/>
              </a:ext>
            </a:extLst>
          </p:cNvPr>
          <p:cNvSpPr txBox="1">
            <a:spLocks noChangeArrowheads="1"/>
          </p:cNvSpPr>
          <p:nvPr/>
        </p:nvSpPr>
        <p:spPr bwMode="auto">
          <a:xfrm>
            <a:off x="1524000" y="5661026"/>
            <a:ext cx="2146300" cy="314325"/>
          </a:xfrm>
          <a:prstGeom prst="rect">
            <a:avLst/>
          </a:prstGeom>
          <a:solidFill>
            <a:schemeClr val="folHlink"/>
          </a:solidFill>
          <a:ln w="9525" algn="ctr">
            <a:solidFill>
              <a:srgbClr val="A5002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spcBef>
                <a:spcPct val="20000"/>
              </a:spcBef>
              <a:spcAft>
                <a:spcPct val="50000"/>
              </a:spcAft>
              <a:buClr>
                <a:schemeClr val="hlink"/>
              </a:buClr>
              <a:buSzPct val="65000"/>
              <a:buFont typeface="Wingdings" panose="05000000000000000000" pitchFamily="2" charset="2"/>
              <a:defRPr>
                <a:solidFill>
                  <a:srgbClr val="000000"/>
                </a:solidFill>
                <a:latin typeface="Tahoma" panose="020B0604030504040204" pitchFamily="34" charset="0"/>
              </a:defRPr>
            </a:lvl1pPr>
            <a:lvl2pPr marL="742950" indent="-285750">
              <a:spcBef>
                <a:spcPct val="20000"/>
              </a:spcBef>
              <a:spcAft>
                <a:spcPct val="50000"/>
              </a:spcAft>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9pPr>
          </a:lstStyle>
          <a:p>
            <a:pPr algn="l">
              <a:spcBef>
                <a:spcPct val="0"/>
              </a:spcBef>
              <a:spcAft>
                <a:spcPct val="0"/>
              </a:spcAft>
              <a:buClrTx/>
              <a:buSzTx/>
              <a:buFontTx/>
              <a:buNone/>
            </a:pPr>
            <a:r>
              <a:rPr lang="pt-BR" altLang="pt-BR" sz="1400" b="1"/>
              <a:t>Vetor 10 (Exercício 2)</a:t>
            </a:r>
          </a:p>
        </p:txBody>
      </p:sp>
      <p:sp>
        <p:nvSpPr>
          <p:cNvPr id="41991" name="Text Box 7">
            <a:extLst>
              <a:ext uri="{FF2B5EF4-FFF2-40B4-BE49-F238E27FC236}">
                <a16:creationId xmlns:a16="http://schemas.microsoft.com/office/drawing/2014/main" id="{40F55EE7-0C3E-F292-0727-BB7B169957BD}"/>
              </a:ext>
            </a:extLst>
          </p:cNvPr>
          <p:cNvSpPr txBox="1">
            <a:spLocks noChangeArrowheads="1"/>
          </p:cNvSpPr>
          <p:nvPr/>
        </p:nvSpPr>
        <p:spPr bwMode="auto">
          <a:xfrm>
            <a:off x="1524000" y="6092826"/>
            <a:ext cx="2146300" cy="314325"/>
          </a:xfrm>
          <a:prstGeom prst="rect">
            <a:avLst/>
          </a:prstGeom>
          <a:solidFill>
            <a:schemeClr val="folHlink"/>
          </a:solidFill>
          <a:ln w="9525" algn="ctr">
            <a:solidFill>
              <a:srgbClr val="A5002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spcBef>
                <a:spcPct val="20000"/>
              </a:spcBef>
              <a:spcAft>
                <a:spcPct val="50000"/>
              </a:spcAft>
              <a:buClr>
                <a:schemeClr val="hlink"/>
              </a:buClr>
              <a:buSzPct val="65000"/>
              <a:buFont typeface="Wingdings" panose="05000000000000000000" pitchFamily="2" charset="2"/>
              <a:defRPr>
                <a:solidFill>
                  <a:srgbClr val="000000"/>
                </a:solidFill>
                <a:latin typeface="Tahoma" panose="020B0604030504040204" pitchFamily="34" charset="0"/>
              </a:defRPr>
            </a:lvl1pPr>
            <a:lvl2pPr marL="742950" indent="-285750">
              <a:spcBef>
                <a:spcPct val="20000"/>
              </a:spcBef>
              <a:spcAft>
                <a:spcPct val="50000"/>
              </a:spcAft>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9pPr>
          </a:lstStyle>
          <a:p>
            <a:pPr algn="l">
              <a:spcBef>
                <a:spcPct val="0"/>
              </a:spcBef>
              <a:spcAft>
                <a:spcPct val="0"/>
              </a:spcAft>
              <a:buClrTx/>
              <a:buSzTx/>
              <a:buFontTx/>
              <a:buNone/>
            </a:pPr>
            <a:r>
              <a:rPr lang="pt-BR" altLang="pt-BR" sz="1400" b="1"/>
              <a:t>Vetor 11 (Exercício 3)</a:t>
            </a:r>
          </a:p>
        </p:txBody>
      </p:sp>
      <p:sp>
        <p:nvSpPr>
          <p:cNvPr id="41992" name="Text Box 8">
            <a:extLst>
              <a:ext uri="{FF2B5EF4-FFF2-40B4-BE49-F238E27FC236}">
                <a16:creationId xmlns:a16="http://schemas.microsoft.com/office/drawing/2014/main" id="{DC6CFC37-7C9C-A67E-5AE3-C9687BF485A3}"/>
              </a:ext>
            </a:extLst>
          </p:cNvPr>
          <p:cNvSpPr txBox="1">
            <a:spLocks noChangeArrowheads="1"/>
          </p:cNvSpPr>
          <p:nvPr/>
        </p:nvSpPr>
        <p:spPr bwMode="auto">
          <a:xfrm>
            <a:off x="1524001" y="6543676"/>
            <a:ext cx="2252663" cy="314325"/>
          </a:xfrm>
          <a:prstGeom prst="rect">
            <a:avLst/>
          </a:prstGeom>
          <a:solidFill>
            <a:schemeClr val="folHlink"/>
          </a:solidFill>
          <a:ln w="9525" algn="ctr">
            <a:solidFill>
              <a:srgbClr val="A5002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spcBef>
                <a:spcPct val="20000"/>
              </a:spcBef>
              <a:spcAft>
                <a:spcPct val="50000"/>
              </a:spcAft>
              <a:buClr>
                <a:schemeClr val="hlink"/>
              </a:buClr>
              <a:buSzPct val="65000"/>
              <a:buFont typeface="Wingdings" panose="05000000000000000000" pitchFamily="2" charset="2"/>
              <a:defRPr>
                <a:solidFill>
                  <a:srgbClr val="000000"/>
                </a:solidFill>
                <a:latin typeface="Tahoma" panose="020B0604030504040204" pitchFamily="34" charset="0"/>
              </a:defRPr>
            </a:lvl1pPr>
            <a:lvl2pPr marL="742950" indent="-285750">
              <a:spcBef>
                <a:spcPct val="20000"/>
              </a:spcBef>
              <a:spcAft>
                <a:spcPct val="50000"/>
              </a:spcAft>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9pPr>
          </a:lstStyle>
          <a:p>
            <a:pPr algn="l">
              <a:spcBef>
                <a:spcPct val="0"/>
              </a:spcBef>
              <a:spcAft>
                <a:spcPct val="0"/>
              </a:spcAft>
              <a:buClrTx/>
              <a:buSzTx/>
              <a:buFontTx/>
              <a:buNone/>
            </a:pPr>
            <a:r>
              <a:rPr lang="pt-BR" altLang="pt-BR" sz="1400" b="1"/>
              <a:t>Vetor 11a (Exercício 3)</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ço Reservado para Número de Slide 5">
            <a:extLst>
              <a:ext uri="{FF2B5EF4-FFF2-40B4-BE49-F238E27FC236}">
                <a16:creationId xmlns:a16="http://schemas.microsoft.com/office/drawing/2014/main" id="{F348CA52-9134-17E5-2A64-0D55D30525FD}"/>
              </a:ext>
            </a:extLst>
          </p:cNvPr>
          <p:cNvSpPr>
            <a:spLocks noGrp="1"/>
          </p:cNvSpPr>
          <p:nvPr>
            <p:ph type="sldNum" sz="quarter" idx="12"/>
          </p:nvPr>
        </p:nvSpPr>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defRPr/>
            </a:pPr>
            <a:fld id="{21A06BDA-34A7-41AF-84CD-F750185D6E59}" type="slidenum">
              <a:rPr lang="pt-BR" altLang="pt-BR" smtClean="0">
                <a:solidFill>
                  <a:srgbClr val="000000"/>
                </a:solidFill>
                <a:latin typeface="Arial" panose="020B0604020202020204" pitchFamily="34" charset="0"/>
              </a:rPr>
              <a:pPr>
                <a:defRPr/>
              </a:pPr>
              <a:t>18</a:t>
            </a:fld>
            <a:endParaRPr lang="pt-BR" altLang="pt-BR">
              <a:solidFill>
                <a:srgbClr val="000000"/>
              </a:solidFill>
              <a:latin typeface="Arial" panose="020B0604020202020204" pitchFamily="34" charset="0"/>
            </a:endParaRPr>
          </a:p>
        </p:txBody>
      </p:sp>
      <p:sp>
        <p:nvSpPr>
          <p:cNvPr id="44035" name="Rectangle 2">
            <a:extLst>
              <a:ext uri="{FF2B5EF4-FFF2-40B4-BE49-F238E27FC236}">
                <a16:creationId xmlns:a16="http://schemas.microsoft.com/office/drawing/2014/main" id="{6977E2B3-157E-7DA6-5C8D-3703412D681D}"/>
              </a:ext>
            </a:extLst>
          </p:cNvPr>
          <p:cNvSpPr>
            <a:spLocks noGrp="1" noChangeArrowheads="1"/>
          </p:cNvSpPr>
          <p:nvPr>
            <p:ph type="title"/>
          </p:nvPr>
        </p:nvSpPr>
        <p:spPr/>
        <p:txBody>
          <a:bodyPr/>
          <a:lstStyle/>
          <a:p>
            <a:r>
              <a:rPr lang="pt-BR" altLang="pt-BR">
                <a:effectLst/>
              </a:rPr>
              <a:t>Exercícios</a:t>
            </a:r>
          </a:p>
        </p:txBody>
      </p:sp>
      <p:sp>
        <p:nvSpPr>
          <p:cNvPr id="1606659" name="Rectangle 3">
            <a:extLst>
              <a:ext uri="{FF2B5EF4-FFF2-40B4-BE49-F238E27FC236}">
                <a16:creationId xmlns:a16="http://schemas.microsoft.com/office/drawing/2014/main" id="{52FB446C-9266-5E65-D555-AF69F160171B}"/>
              </a:ext>
            </a:extLst>
          </p:cNvPr>
          <p:cNvSpPr>
            <a:spLocks noGrp="1" noChangeArrowheads="1"/>
          </p:cNvSpPr>
          <p:nvPr>
            <p:ph type="body" idx="1"/>
          </p:nvPr>
        </p:nvSpPr>
        <p:spPr/>
        <p:txBody>
          <a:bodyPr/>
          <a:lstStyle/>
          <a:p>
            <a:pPr algn="l">
              <a:defRPr/>
            </a:pPr>
            <a:r>
              <a:rPr lang="pt-BR" altLang="pt-BR" dirty="0">
                <a:solidFill>
                  <a:schemeClr val="bg2"/>
                </a:solidFill>
              </a:rPr>
              <a:t>4-  Fazer um programa para somar dois vetores ‘a’ e ‘b’ com 5 elementos declarados.</a:t>
            </a:r>
          </a:p>
          <a:p>
            <a:pPr algn="l">
              <a:defRPr/>
            </a:pPr>
            <a:r>
              <a:rPr lang="pt-BR" altLang="pt-BR" dirty="0">
                <a:solidFill>
                  <a:schemeClr val="bg2"/>
                </a:solidFill>
              </a:rPr>
              <a:t>	a) somando os elementos um a um (a[1]+b[1]... a[n] + b[n].) </a:t>
            </a:r>
          </a:p>
          <a:p>
            <a:pPr algn="l">
              <a:defRPr/>
            </a:pPr>
            <a:r>
              <a:rPr lang="pt-BR" altLang="pt-BR" dirty="0">
                <a:solidFill>
                  <a:schemeClr val="bg2"/>
                </a:solidFill>
              </a:rPr>
              <a:t>	b) utilizando o comando FOR para fazer a soma de todos os elementos </a:t>
            </a:r>
            <a:r>
              <a:rPr lang="pt-BR" altLang="pt-BR" dirty="0" err="1">
                <a:solidFill>
                  <a:schemeClr val="bg2"/>
                </a:solidFill>
              </a:rPr>
              <a:t>seqüencialmente</a:t>
            </a:r>
            <a:r>
              <a:rPr lang="pt-BR" altLang="pt-BR" dirty="0">
                <a:solidFill>
                  <a:schemeClr val="bg2"/>
                </a:solidFill>
              </a:rPr>
              <a:t>. </a:t>
            </a:r>
          </a:p>
          <a:p>
            <a:pPr algn="l">
              <a:defRPr/>
            </a:pPr>
            <a:r>
              <a:rPr lang="pt-BR" altLang="pt-BR" dirty="0">
                <a:solidFill>
                  <a:schemeClr val="bg2"/>
                </a:solidFill>
              </a:rPr>
              <a:t>5- Fazer um programa para inverter as letras de uma frase digitada pelo usuário com 10 letras. (inverte frase.cpp)</a:t>
            </a:r>
          </a:p>
          <a:p>
            <a:pPr algn="l">
              <a:defRPr/>
            </a:pPr>
            <a:endParaRPr lang="pt-BR" altLang="pt-BR" dirty="0">
              <a:solidFill>
                <a:schemeClr val="bg2"/>
              </a:solidFill>
            </a:endParaRPr>
          </a:p>
        </p:txBody>
      </p:sp>
      <p:sp>
        <p:nvSpPr>
          <p:cNvPr id="44037" name="Text Box 5">
            <a:extLst>
              <a:ext uri="{FF2B5EF4-FFF2-40B4-BE49-F238E27FC236}">
                <a16:creationId xmlns:a16="http://schemas.microsoft.com/office/drawing/2014/main" id="{4D143B6B-CDEB-BC09-055D-CB995C6B22B3}"/>
              </a:ext>
            </a:extLst>
          </p:cNvPr>
          <p:cNvSpPr txBox="1">
            <a:spLocks noChangeArrowheads="1"/>
          </p:cNvSpPr>
          <p:nvPr/>
        </p:nvSpPr>
        <p:spPr bwMode="auto">
          <a:xfrm>
            <a:off x="1524001" y="5734051"/>
            <a:ext cx="2359025" cy="314325"/>
          </a:xfrm>
          <a:prstGeom prst="rect">
            <a:avLst/>
          </a:prstGeom>
          <a:solidFill>
            <a:schemeClr val="folHlink"/>
          </a:solidFill>
          <a:ln w="9525" algn="ctr">
            <a:solidFill>
              <a:srgbClr val="A5002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spcBef>
                <a:spcPct val="20000"/>
              </a:spcBef>
              <a:spcAft>
                <a:spcPct val="50000"/>
              </a:spcAft>
              <a:buClr>
                <a:schemeClr val="hlink"/>
              </a:buClr>
              <a:buSzPct val="65000"/>
              <a:buFont typeface="Wingdings" panose="05000000000000000000" pitchFamily="2" charset="2"/>
              <a:defRPr>
                <a:solidFill>
                  <a:srgbClr val="000000"/>
                </a:solidFill>
                <a:latin typeface="Tahoma" panose="020B0604030504040204" pitchFamily="34" charset="0"/>
              </a:defRPr>
            </a:lvl1pPr>
            <a:lvl2pPr marL="742950" indent="-285750">
              <a:spcBef>
                <a:spcPct val="20000"/>
              </a:spcBef>
              <a:spcAft>
                <a:spcPct val="50000"/>
              </a:spcAft>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9pPr>
          </a:lstStyle>
          <a:p>
            <a:pPr algn="l">
              <a:spcBef>
                <a:spcPct val="0"/>
              </a:spcBef>
              <a:spcAft>
                <a:spcPct val="0"/>
              </a:spcAft>
              <a:buClrTx/>
              <a:buSzTx/>
              <a:buFontTx/>
              <a:buNone/>
            </a:pPr>
            <a:r>
              <a:rPr lang="pt-BR" altLang="pt-BR" sz="1400" b="1"/>
              <a:t>Vetor 12a (Exercício 4a)</a:t>
            </a:r>
          </a:p>
        </p:txBody>
      </p:sp>
      <p:sp>
        <p:nvSpPr>
          <p:cNvPr id="44038" name="Text Box 6">
            <a:extLst>
              <a:ext uri="{FF2B5EF4-FFF2-40B4-BE49-F238E27FC236}">
                <a16:creationId xmlns:a16="http://schemas.microsoft.com/office/drawing/2014/main" id="{2B76048C-AC18-F955-6B04-0C9D3A84E715}"/>
              </a:ext>
            </a:extLst>
          </p:cNvPr>
          <p:cNvSpPr txBox="1">
            <a:spLocks noChangeArrowheads="1"/>
          </p:cNvSpPr>
          <p:nvPr/>
        </p:nvSpPr>
        <p:spPr bwMode="auto">
          <a:xfrm>
            <a:off x="1501775" y="6570664"/>
            <a:ext cx="2146300" cy="314325"/>
          </a:xfrm>
          <a:prstGeom prst="rect">
            <a:avLst/>
          </a:prstGeom>
          <a:solidFill>
            <a:schemeClr val="folHlink"/>
          </a:solidFill>
          <a:ln w="9525" algn="ctr">
            <a:solidFill>
              <a:srgbClr val="A5002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spcBef>
                <a:spcPct val="20000"/>
              </a:spcBef>
              <a:spcAft>
                <a:spcPct val="50000"/>
              </a:spcAft>
              <a:buClr>
                <a:schemeClr val="hlink"/>
              </a:buClr>
              <a:buSzPct val="65000"/>
              <a:buFont typeface="Wingdings" panose="05000000000000000000" pitchFamily="2" charset="2"/>
              <a:defRPr>
                <a:solidFill>
                  <a:srgbClr val="000000"/>
                </a:solidFill>
                <a:latin typeface="Tahoma" panose="020B0604030504040204" pitchFamily="34" charset="0"/>
              </a:defRPr>
            </a:lvl1pPr>
            <a:lvl2pPr marL="742950" indent="-285750">
              <a:spcBef>
                <a:spcPct val="20000"/>
              </a:spcBef>
              <a:spcAft>
                <a:spcPct val="50000"/>
              </a:spcAft>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9pPr>
          </a:lstStyle>
          <a:p>
            <a:pPr algn="l">
              <a:spcBef>
                <a:spcPct val="0"/>
              </a:spcBef>
              <a:spcAft>
                <a:spcPct val="0"/>
              </a:spcAft>
              <a:buClrTx/>
              <a:buSzTx/>
              <a:buFontTx/>
              <a:buNone/>
            </a:pPr>
            <a:r>
              <a:rPr lang="pt-BR" altLang="pt-BR" sz="1400" b="1"/>
              <a:t>Vetor 13 (Exercício 5)</a:t>
            </a:r>
          </a:p>
        </p:txBody>
      </p:sp>
      <p:sp>
        <p:nvSpPr>
          <p:cNvPr id="44039" name="Text Box 7">
            <a:extLst>
              <a:ext uri="{FF2B5EF4-FFF2-40B4-BE49-F238E27FC236}">
                <a16:creationId xmlns:a16="http://schemas.microsoft.com/office/drawing/2014/main" id="{902958C5-FF9F-1E6F-5066-5F885CE6F4F4}"/>
              </a:ext>
            </a:extLst>
          </p:cNvPr>
          <p:cNvSpPr txBox="1">
            <a:spLocks noChangeArrowheads="1"/>
          </p:cNvSpPr>
          <p:nvPr/>
        </p:nvSpPr>
        <p:spPr bwMode="auto">
          <a:xfrm>
            <a:off x="1524001" y="6165851"/>
            <a:ext cx="2371725" cy="314325"/>
          </a:xfrm>
          <a:prstGeom prst="rect">
            <a:avLst/>
          </a:prstGeom>
          <a:solidFill>
            <a:schemeClr val="folHlink"/>
          </a:solidFill>
          <a:ln w="9525" algn="ctr">
            <a:solidFill>
              <a:srgbClr val="A5002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spcBef>
                <a:spcPct val="20000"/>
              </a:spcBef>
              <a:spcAft>
                <a:spcPct val="50000"/>
              </a:spcAft>
              <a:buClr>
                <a:schemeClr val="hlink"/>
              </a:buClr>
              <a:buSzPct val="65000"/>
              <a:buFont typeface="Wingdings" panose="05000000000000000000" pitchFamily="2" charset="2"/>
              <a:defRPr>
                <a:solidFill>
                  <a:srgbClr val="000000"/>
                </a:solidFill>
                <a:latin typeface="Tahoma" panose="020B0604030504040204" pitchFamily="34" charset="0"/>
              </a:defRPr>
            </a:lvl1pPr>
            <a:lvl2pPr marL="742950" indent="-285750">
              <a:spcBef>
                <a:spcPct val="20000"/>
              </a:spcBef>
              <a:spcAft>
                <a:spcPct val="50000"/>
              </a:spcAft>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9pPr>
          </a:lstStyle>
          <a:p>
            <a:pPr algn="l">
              <a:spcBef>
                <a:spcPct val="0"/>
              </a:spcBef>
              <a:spcAft>
                <a:spcPct val="0"/>
              </a:spcAft>
              <a:buClrTx/>
              <a:buSzTx/>
              <a:buFontTx/>
              <a:buNone/>
            </a:pPr>
            <a:r>
              <a:rPr lang="pt-BR" altLang="pt-BR" sz="1400" b="1"/>
              <a:t>Vetor 12b (Exercício 4b)</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0788A28E-B970-A6D0-3E61-195052E7FBB4}"/>
              </a:ext>
            </a:extLst>
          </p:cNvPr>
          <p:cNvSpPr>
            <a:spLocks noGrp="1"/>
          </p:cNvSpPr>
          <p:nvPr>
            <p:ph type="sldNum" sz="quarter" idx="12"/>
          </p:nvPr>
        </p:nvSpPr>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defRPr/>
            </a:pPr>
            <a:fld id="{1639F1DE-305B-4A11-B7C9-81E3A4683F43}" type="slidenum">
              <a:rPr lang="pt-BR" altLang="pt-BR" smtClean="0">
                <a:solidFill>
                  <a:srgbClr val="000000"/>
                </a:solidFill>
                <a:latin typeface="Arial" panose="020B0604020202020204" pitchFamily="34" charset="0"/>
              </a:rPr>
              <a:pPr>
                <a:defRPr/>
              </a:pPr>
              <a:t>19</a:t>
            </a:fld>
            <a:endParaRPr lang="pt-BR" altLang="pt-BR">
              <a:solidFill>
                <a:srgbClr val="000000"/>
              </a:solidFill>
              <a:latin typeface="Arial" panose="020B0604020202020204" pitchFamily="34" charset="0"/>
            </a:endParaRPr>
          </a:p>
        </p:txBody>
      </p:sp>
      <p:sp>
        <p:nvSpPr>
          <p:cNvPr id="31747" name="Rectangle 2">
            <a:extLst>
              <a:ext uri="{FF2B5EF4-FFF2-40B4-BE49-F238E27FC236}">
                <a16:creationId xmlns:a16="http://schemas.microsoft.com/office/drawing/2014/main" id="{6DDF84FB-30C6-3862-08BF-CFCB58A568F5}"/>
              </a:ext>
            </a:extLst>
          </p:cNvPr>
          <p:cNvSpPr>
            <a:spLocks noGrp="1" noChangeArrowheads="1"/>
          </p:cNvSpPr>
          <p:nvPr>
            <p:ph type="title"/>
          </p:nvPr>
        </p:nvSpPr>
        <p:spPr/>
        <p:txBody>
          <a:bodyPr/>
          <a:lstStyle/>
          <a:p>
            <a:r>
              <a:rPr lang="pt-BR" altLang="zh-CN" dirty="0">
                <a:effectLst/>
                <a:ea typeface="SimSun" panose="02010600030101010101" pitchFamily="2" charset="-122"/>
              </a:rPr>
              <a:t>6.2 - </a:t>
            </a:r>
            <a:r>
              <a:rPr lang="pt-BR" altLang="zh-CN" dirty="0" err="1">
                <a:effectLst/>
                <a:ea typeface="SimSun" panose="02010600030101010101" pitchFamily="2" charset="-122"/>
              </a:rPr>
              <a:t>Strings</a:t>
            </a:r>
            <a:endParaRPr lang="pt-BR" altLang="pt-BR" dirty="0">
              <a:effectLst/>
              <a:ea typeface="SimSun" panose="02010600030101010101" pitchFamily="2" charset="-122"/>
            </a:endParaRPr>
          </a:p>
        </p:txBody>
      </p:sp>
      <p:sp>
        <p:nvSpPr>
          <p:cNvPr id="31748" name="Rectangle 3">
            <a:extLst>
              <a:ext uri="{FF2B5EF4-FFF2-40B4-BE49-F238E27FC236}">
                <a16:creationId xmlns:a16="http://schemas.microsoft.com/office/drawing/2014/main" id="{EE6DF7A0-7D8D-484A-1D88-343E3D139897}"/>
              </a:ext>
            </a:extLst>
          </p:cNvPr>
          <p:cNvSpPr>
            <a:spLocks noGrp="1" noChangeArrowheads="1"/>
          </p:cNvSpPr>
          <p:nvPr>
            <p:ph type="body" idx="1"/>
          </p:nvPr>
        </p:nvSpPr>
        <p:spPr/>
        <p:txBody>
          <a:bodyPr/>
          <a:lstStyle/>
          <a:p>
            <a:pPr algn="just">
              <a:buFont typeface="Wingdings" panose="05000000000000000000" pitchFamily="2" charset="2"/>
              <a:buChar char="n"/>
            </a:pPr>
            <a:r>
              <a:rPr lang="pt-BR" altLang="zh-CN" sz="1900">
                <a:effectLst/>
                <a:ea typeface="SimSun" panose="02010600030101010101" pitchFamily="2" charset="-122"/>
              </a:rPr>
              <a:t>Um vetor de caracteres pode ser inicializado usando uma string literal. Por exemplo a declaração: char string1[] = {“primeiro”}; inicializa os elementos do vetor string1 com os valores de cada um dos caracteres da string literal "primeiro".</a:t>
            </a:r>
          </a:p>
          <a:p>
            <a:pPr algn="just">
              <a:buFont typeface="Wingdings" panose="05000000000000000000" pitchFamily="2" charset="2"/>
              <a:buChar char="n"/>
            </a:pPr>
            <a:r>
              <a:rPr lang="pt-BR" altLang="zh-CN" sz="1900">
                <a:effectLst/>
                <a:ea typeface="SimSun" panose="02010600030101010101" pitchFamily="2" charset="-122"/>
              </a:rPr>
              <a:t>O tamanho do vetor de caracteres string1 é determinado pelo compilador, com base no comprimento da string.</a:t>
            </a:r>
          </a:p>
          <a:p>
            <a:pPr algn="just">
              <a:buFont typeface="Wingdings" panose="05000000000000000000" pitchFamily="2" charset="2"/>
              <a:buChar char="n"/>
            </a:pPr>
            <a:r>
              <a:rPr lang="pt-BR" altLang="zh-CN" sz="1900">
                <a:effectLst/>
                <a:ea typeface="SimSun" panose="02010600030101010101" pitchFamily="2" charset="-122"/>
              </a:rPr>
              <a:t>A string "primeiro" contém oito caracteres mais um caractere especial de término de string, chamado </a:t>
            </a:r>
            <a:r>
              <a:rPr lang="pt-BR" altLang="zh-CN" sz="1900" i="1">
                <a:effectLst/>
                <a:ea typeface="SimSun" panose="02010600030101010101" pitchFamily="2" charset="-122"/>
              </a:rPr>
              <a:t>caractere nulo</a:t>
            </a:r>
            <a:r>
              <a:rPr lang="pt-BR" altLang="zh-CN" sz="1900">
                <a:effectLst/>
                <a:ea typeface="SimSun" panose="02010600030101010101" pitchFamily="2" charset="-122"/>
              </a:rPr>
              <a:t>, cuja representação é ’\0’. </a:t>
            </a:r>
          </a:p>
          <a:p>
            <a:pPr algn="just">
              <a:buFont typeface="Wingdings" panose="05000000000000000000" pitchFamily="2" charset="2"/>
              <a:buChar char="n"/>
            </a:pPr>
            <a:r>
              <a:rPr lang="pt-BR" altLang="zh-CN" sz="1900">
                <a:effectLst/>
                <a:ea typeface="SimSun" panose="02010600030101010101" pitchFamily="2" charset="-122"/>
              </a:rPr>
              <a:t>Um vetor de caracteres também pode ser inicializado com constantes de caracteres isolados em uma lista de inicializadores. Por exemplo: </a:t>
            </a:r>
          </a:p>
          <a:p>
            <a:pPr algn="just"/>
            <a:r>
              <a:rPr lang="pt-BR" altLang="zh-CN" sz="1900">
                <a:effectLst/>
                <a:ea typeface="SimSun" panose="02010600030101010101" pitchFamily="2" charset="-122"/>
              </a:rPr>
              <a:t>	char string1[] = {’p’,’r’,’i’,’m’,’e’,’i’,’r’,’o’, ’\0’};</a:t>
            </a:r>
          </a:p>
        </p:txBody>
      </p:sp>
      <p:sp>
        <p:nvSpPr>
          <p:cNvPr id="31749" name="Text Box 4">
            <a:extLst>
              <a:ext uri="{FF2B5EF4-FFF2-40B4-BE49-F238E27FC236}">
                <a16:creationId xmlns:a16="http://schemas.microsoft.com/office/drawing/2014/main" id="{B447483C-4B48-4317-EF0D-E843B0832292}"/>
              </a:ext>
            </a:extLst>
          </p:cNvPr>
          <p:cNvSpPr txBox="1">
            <a:spLocks noChangeArrowheads="1"/>
          </p:cNvSpPr>
          <p:nvPr/>
        </p:nvSpPr>
        <p:spPr bwMode="auto">
          <a:xfrm>
            <a:off x="1524000" y="6543676"/>
            <a:ext cx="795338" cy="314325"/>
          </a:xfrm>
          <a:prstGeom prst="rect">
            <a:avLst/>
          </a:prstGeom>
          <a:solidFill>
            <a:schemeClr val="folHlink"/>
          </a:solidFill>
          <a:ln w="9525" algn="ctr">
            <a:solidFill>
              <a:srgbClr val="A5002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spcBef>
                <a:spcPct val="20000"/>
              </a:spcBef>
              <a:spcAft>
                <a:spcPct val="50000"/>
              </a:spcAft>
              <a:buClr>
                <a:schemeClr val="hlink"/>
              </a:buClr>
              <a:buSzPct val="65000"/>
              <a:buFont typeface="Wingdings" panose="05000000000000000000" pitchFamily="2" charset="2"/>
              <a:defRPr>
                <a:solidFill>
                  <a:srgbClr val="000000"/>
                </a:solidFill>
                <a:latin typeface="Tahoma" panose="020B0604030504040204" pitchFamily="34" charset="0"/>
              </a:defRPr>
            </a:lvl1pPr>
            <a:lvl2pPr marL="742950" indent="-285750">
              <a:spcBef>
                <a:spcPct val="20000"/>
              </a:spcBef>
              <a:spcAft>
                <a:spcPct val="50000"/>
              </a:spcAft>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9pPr>
          </a:lstStyle>
          <a:p>
            <a:pPr algn="l">
              <a:spcBef>
                <a:spcPct val="0"/>
              </a:spcBef>
              <a:spcAft>
                <a:spcPct val="0"/>
              </a:spcAft>
              <a:buClrTx/>
              <a:buSzTx/>
              <a:buFontTx/>
              <a:buNone/>
            </a:pPr>
            <a:r>
              <a:rPr lang="pt-BR" altLang="pt-BR" sz="1400" b="1"/>
              <a:t>Vetor5</a:t>
            </a:r>
          </a:p>
        </p:txBody>
      </p:sp>
      <p:sp>
        <p:nvSpPr>
          <p:cNvPr id="31750" name="Text Box 5">
            <a:extLst>
              <a:ext uri="{FF2B5EF4-FFF2-40B4-BE49-F238E27FC236}">
                <a16:creationId xmlns:a16="http://schemas.microsoft.com/office/drawing/2014/main" id="{46849970-D1E4-BACE-9A47-8E7DD6A35878}"/>
              </a:ext>
            </a:extLst>
          </p:cNvPr>
          <p:cNvSpPr txBox="1">
            <a:spLocks noChangeArrowheads="1"/>
          </p:cNvSpPr>
          <p:nvPr/>
        </p:nvSpPr>
        <p:spPr bwMode="auto">
          <a:xfrm>
            <a:off x="9767888" y="6543676"/>
            <a:ext cx="901700" cy="314325"/>
          </a:xfrm>
          <a:prstGeom prst="rect">
            <a:avLst/>
          </a:prstGeom>
          <a:solidFill>
            <a:schemeClr val="folHlink"/>
          </a:solidFill>
          <a:ln w="9525" algn="ctr">
            <a:solidFill>
              <a:srgbClr val="A5002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spcBef>
                <a:spcPct val="20000"/>
              </a:spcBef>
              <a:spcAft>
                <a:spcPct val="50000"/>
              </a:spcAft>
              <a:buClr>
                <a:schemeClr val="hlink"/>
              </a:buClr>
              <a:buSzPct val="65000"/>
              <a:buFont typeface="Wingdings" panose="05000000000000000000" pitchFamily="2" charset="2"/>
              <a:defRPr>
                <a:solidFill>
                  <a:srgbClr val="000000"/>
                </a:solidFill>
                <a:latin typeface="Tahoma" panose="020B0604030504040204" pitchFamily="34" charset="0"/>
              </a:defRPr>
            </a:lvl1pPr>
            <a:lvl2pPr marL="742950" indent="-285750">
              <a:spcBef>
                <a:spcPct val="20000"/>
              </a:spcBef>
              <a:spcAft>
                <a:spcPct val="50000"/>
              </a:spcAft>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9pPr>
          </a:lstStyle>
          <a:p>
            <a:pPr algn="l">
              <a:spcBef>
                <a:spcPct val="0"/>
              </a:spcBef>
              <a:spcAft>
                <a:spcPct val="0"/>
              </a:spcAft>
              <a:buClrTx/>
              <a:buSzTx/>
              <a:buFontTx/>
              <a:buNone/>
            </a:pPr>
            <a:r>
              <a:rPr lang="pt-BR" altLang="pt-BR" sz="1400" b="1"/>
              <a:t>Vetor5a</a:t>
            </a:r>
          </a:p>
        </p:txBody>
      </p:sp>
    </p:spTree>
    <p:extLst>
      <p:ext uri="{BB962C8B-B14F-4D97-AF65-F5344CB8AC3E}">
        <p14:creationId xmlns:p14="http://schemas.microsoft.com/office/powerpoint/2010/main" val="7746042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Número de Slide 5">
            <a:extLst>
              <a:ext uri="{FF2B5EF4-FFF2-40B4-BE49-F238E27FC236}">
                <a16:creationId xmlns:a16="http://schemas.microsoft.com/office/drawing/2014/main" id="{151AB99C-1E0A-BC47-F3A8-2D04B38DAE22}"/>
              </a:ext>
            </a:extLst>
          </p:cNvPr>
          <p:cNvSpPr>
            <a:spLocks noGrp="1"/>
          </p:cNvSpPr>
          <p:nvPr>
            <p:ph type="sldNum" sz="quarter" idx="12"/>
          </p:nvPr>
        </p:nvSpPr>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defRPr/>
            </a:pPr>
            <a:fld id="{65F36CFD-E391-4CAF-A12C-61E943386F85}" type="slidenum">
              <a:rPr lang="pt-BR" altLang="pt-BR" smtClean="0">
                <a:solidFill>
                  <a:srgbClr val="000000"/>
                </a:solidFill>
                <a:latin typeface="Arial" panose="020B0604020202020204" pitchFamily="34" charset="0"/>
              </a:rPr>
              <a:pPr>
                <a:defRPr/>
              </a:pPr>
              <a:t>20</a:t>
            </a:fld>
            <a:endParaRPr lang="pt-BR" altLang="pt-BR">
              <a:solidFill>
                <a:srgbClr val="000000"/>
              </a:solidFill>
              <a:latin typeface="Arial" panose="020B0604020202020204" pitchFamily="34" charset="0"/>
            </a:endParaRPr>
          </a:p>
        </p:txBody>
      </p:sp>
      <p:sp>
        <p:nvSpPr>
          <p:cNvPr id="1572866" name="Rectangle 2">
            <a:extLst>
              <a:ext uri="{FF2B5EF4-FFF2-40B4-BE49-F238E27FC236}">
                <a16:creationId xmlns:a16="http://schemas.microsoft.com/office/drawing/2014/main" id="{C15755E4-8549-E418-AE9D-78933B9F290D}"/>
              </a:ext>
            </a:extLst>
          </p:cNvPr>
          <p:cNvSpPr>
            <a:spLocks noGrp="1" noChangeArrowheads="1"/>
          </p:cNvSpPr>
          <p:nvPr>
            <p:ph type="title"/>
          </p:nvPr>
        </p:nvSpPr>
        <p:spPr/>
        <p:txBody>
          <a:bodyPr/>
          <a:lstStyle/>
          <a:p>
            <a:pPr>
              <a:defRPr/>
            </a:pPr>
            <a:r>
              <a:rPr lang="pt-BR" altLang="zh-CN" dirty="0">
                <a:effectLst/>
                <a:ea typeface="SimSun" panose="02010600030101010101" pitchFamily="2" charset="-122"/>
              </a:rPr>
              <a:t>6.2 - </a:t>
            </a:r>
            <a:r>
              <a:rPr lang="pt-BR" altLang="zh-CN" dirty="0" err="1">
                <a:effectLst/>
                <a:ea typeface="SimSun" panose="02010600030101010101" pitchFamily="2" charset="-122"/>
              </a:rPr>
              <a:t>Strings</a:t>
            </a:r>
            <a:r>
              <a:rPr lang="pt-BR" altLang="zh-CN" dirty="0">
                <a:ea typeface="SimSun" panose="02010600030101010101" pitchFamily="2" charset="-122"/>
              </a:rPr>
              <a:t> </a:t>
            </a:r>
            <a:endParaRPr lang="pt-BR" altLang="pt-BR" dirty="0">
              <a:ea typeface="SimSun" panose="02010600030101010101" pitchFamily="2" charset="-122"/>
            </a:endParaRPr>
          </a:p>
        </p:txBody>
      </p:sp>
      <p:sp>
        <p:nvSpPr>
          <p:cNvPr id="33796" name="Rectangle 3">
            <a:extLst>
              <a:ext uri="{FF2B5EF4-FFF2-40B4-BE49-F238E27FC236}">
                <a16:creationId xmlns:a16="http://schemas.microsoft.com/office/drawing/2014/main" id="{B9C75AD0-ED63-DEAB-F1AF-C116225BDEBB}"/>
              </a:ext>
            </a:extLst>
          </p:cNvPr>
          <p:cNvSpPr>
            <a:spLocks noGrp="1" noChangeArrowheads="1"/>
          </p:cNvSpPr>
          <p:nvPr>
            <p:ph type="body" idx="1"/>
          </p:nvPr>
        </p:nvSpPr>
        <p:spPr/>
        <p:txBody>
          <a:bodyPr/>
          <a:lstStyle/>
          <a:p>
            <a:pPr algn="just">
              <a:buFont typeface="Wingdings" panose="05000000000000000000" pitchFamily="2" charset="2"/>
              <a:buChar char="n"/>
            </a:pPr>
            <a:r>
              <a:rPr lang="pt-BR" altLang="pt-BR" sz="2000" dirty="0">
                <a:effectLst/>
              </a:rPr>
              <a:t>Como as </a:t>
            </a:r>
            <a:r>
              <a:rPr lang="pt-BR" altLang="pt-BR" sz="2000" dirty="0" err="1">
                <a:effectLst/>
              </a:rPr>
              <a:t>strings</a:t>
            </a:r>
            <a:r>
              <a:rPr lang="pt-BR" altLang="pt-BR" sz="2000" dirty="0">
                <a:effectLst/>
              </a:rPr>
              <a:t> são vetores de caracteres, podemos ter acesso direto a caracteres isolados de uma </a:t>
            </a:r>
            <a:r>
              <a:rPr lang="pt-BR" altLang="pt-BR" sz="2000" dirty="0" err="1">
                <a:effectLst/>
              </a:rPr>
              <a:t>string</a:t>
            </a:r>
            <a:r>
              <a:rPr lang="pt-BR" altLang="pt-BR" sz="2000" dirty="0">
                <a:effectLst/>
              </a:rPr>
              <a:t> usando a notação de subscritos de vetores. Por exemplo, string1[0] é o caractere ’p’ e string1[3] o caractere ’m’.</a:t>
            </a:r>
          </a:p>
          <a:p>
            <a:pPr algn="just">
              <a:buFont typeface="Wingdings" panose="05000000000000000000" pitchFamily="2" charset="2"/>
              <a:buChar char="n"/>
            </a:pPr>
            <a:r>
              <a:rPr lang="pt-BR" altLang="pt-BR" sz="2000" dirty="0">
                <a:effectLst/>
              </a:rPr>
              <a:t>A declaração char string2[20]; cria um vetor de caracteres capaz de armazenar uma </a:t>
            </a:r>
            <a:r>
              <a:rPr lang="pt-BR" altLang="pt-BR" sz="2000" dirty="0" err="1">
                <a:effectLst/>
              </a:rPr>
              <a:t>string</a:t>
            </a:r>
            <a:r>
              <a:rPr lang="pt-BR" altLang="pt-BR" sz="2000" dirty="0">
                <a:effectLst/>
              </a:rPr>
              <a:t> de 19 caracteres e um caractere nulo de término.</a:t>
            </a:r>
          </a:p>
          <a:p>
            <a:pPr algn="just">
              <a:buFont typeface="Wingdings" panose="05000000000000000000" pitchFamily="2" charset="2"/>
              <a:buChar char="n"/>
            </a:pPr>
            <a:r>
              <a:rPr lang="pt-BR" altLang="pt-BR" sz="2000" dirty="0">
                <a:effectLst/>
              </a:rPr>
              <a:t>A instrução </a:t>
            </a:r>
            <a:r>
              <a:rPr lang="pt-BR" altLang="pt-BR" sz="2000" dirty="0" err="1">
                <a:effectLst/>
              </a:rPr>
              <a:t>scanf</a:t>
            </a:r>
            <a:r>
              <a:rPr lang="pt-BR" altLang="pt-BR" sz="2000" dirty="0">
                <a:effectLst/>
              </a:rPr>
              <a:t>("%s", &amp;string2); lê uma </a:t>
            </a:r>
            <a:r>
              <a:rPr lang="pt-BR" altLang="pt-BR" sz="2000" dirty="0" err="1">
                <a:effectLst/>
              </a:rPr>
              <a:t>string</a:t>
            </a:r>
            <a:r>
              <a:rPr lang="pt-BR" altLang="pt-BR" sz="2000" dirty="0">
                <a:effectLst/>
              </a:rPr>
              <a:t> do teclado e a armazena em string6. </a:t>
            </a:r>
          </a:p>
          <a:p>
            <a:pPr algn="just">
              <a:buFont typeface="Wingdings" panose="05000000000000000000" pitchFamily="2" charset="2"/>
              <a:buChar char="n"/>
            </a:pPr>
            <a:r>
              <a:rPr lang="pt-BR" altLang="pt-BR" sz="2000" dirty="0">
                <a:effectLst/>
              </a:rPr>
              <a:t>Um vetor de caracteres representado uma </a:t>
            </a:r>
            <a:r>
              <a:rPr lang="pt-BR" altLang="pt-BR" sz="2000" dirty="0" err="1">
                <a:effectLst/>
              </a:rPr>
              <a:t>string</a:t>
            </a:r>
            <a:r>
              <a:rPr lang="pt-BR" altLang="pt-BR" sz="2000" dirty="0">
                <a:effectLst/>
              </a:rPr>
              <a:t> pode ser impresso com </a:t>
            </a:r>
            <a:r>
              <a:rPr lang="pt-BR" altLang="pt-BR" sz="2000" dirty="0" err="1">
                <a:effectLst/>
              </a:rPr>
              <a:t>printf</a:t>
            </a:r>
            <a:r>
              <a:rPr lang="pt-BR" altLang="pt-BR" sz="2000" dirty="0">
                <a:effectLst/>
              </a:rPr>
              <a:t> e o especificador de conversão %s. O vetor string2 ´e impresso com a instrução </a:t>
            </a:r>
            <a:r>
              <a:rPr lang="pt-BR" altLang="pt-BR" sz="2000" dirty="0" err="1">
                <a:effectLst/>
              </a:rPr>
              <a:t>printf</a:t>
            </a:r>
            <a:r>
              <a:rPr lang="pt-BR" altLang="pt-BR" sz="2000" dirty="0">
                <a:effectLst/>
              </a:rPr>
              <a:t>("%s\n", string2);</a:t>
            </a:r>
          </a:p>
        </p:txBody>
      </p:sp>
    </p:spTree>
    <p:extLst>
      <p:ext uri="{BB962C8B-B14F-4D97-AF65-F5344CB8AC3E}">
        <p14:creationId xmlns:p14="http://schemas.microsoft.com/office/powerpoint/2010/main" val="27352834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ço Reservado para Número de Slide 5">
            <a:extLst>
              <a:ext uri="{FF2B5EF4-FFF2-40B4-BE49-F238E27FC236}">
                <a16:creationId xmlns:a16="http://schemas.microsoft.com/office/drawing/2014/main" id="{39790041-861F-31F2-F7EF-36B575B0B8EE}"/>
              </a:ext>
            </a:extLst>
          </p:cNvPr>
          <p:cNvSpPr>
            <a:spLocks noGrp="1"/>
          </p:cNvSpPr>
          <p:nvPr>
            <p:ph type="sldNum" sz="quarter" idx="12"/>
          </p:nvPr>
        </p:nvSpPr>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defRPr/>
            </a:pPr>
            <a:fld id="{EAF1FA43-6350-40CD-8828-5D940E33140E}" type="slidenum">
              <a:rPr lang="pt-BR" altLang="pt-BR" smtClean="0">
                <a:solidFill>
                  <a:srgbClr val="000000"/>
                </a:solidFill>
                <a:latin typeface="Arial" panose="020B0604020202020204" pitchFamily="34" charset="0"/>
              </a:rPr>
              <a:pPr>
                <a:defRPr/>
              </a:pPr>
              <a:t>21</a:t>
            </a:fld>
            <a:endParaRPr lang="pt-BR" altLang="pt-BR">
              <a:solidFill>
                <a:srgbClr val="000000"/>
              </a:solidFill>
              <a:latin typeface="Arial" panose="020B0604020202020204" pitchFamily="34" charset="0"/>
            </a:endParaRPr>
          </a:p>
        </p:txBody>
      </p:sp>
      <p:sp>
        <p:nvSpPr>
          <p:cNvPr id="35843" name="Rectangle 2">
            <a:extLst>
              <a:ext uri="{FF2B5EF4-FFF2-40B4-BE49-F238E27FC236}">
                <a16:creationId xmlns:a16="http://schemas.microsoft.com/office/drawing/2014/main" id="{5BFA315A-AB2F-925A-03B9-085445434E78}"/>
              </a:ext>
            </a:extLst>
          </p:cNvPr>
          <p:cNvSpPr>
            <a:spLocks noGrp="1" noChangeArrowheads="1"/>
          </p:cNvSpPr>
          <p:nvPr>
            <p:ph type="title"/>
          </p:nvPr>
        </p:nvSpPr>
        <p:spPr/>
        <p:txBody>
          <a:bodyPr/>
          <a:lstStyle/>
          <a:p>
            <a:r>
              <a:rPr lang="pt-BR" altLang="zh-CN" dirty="0">
                <a:effectLst/>
                <a:ea typeface="SimSun" panose="02010600030101010101" pitchFamily="2" charset="-122"/>
              </a:rPr>
              <a:t>6.2 - </a:t>
            </a:r>
            <a:r>
              <a:rPr lang="pt-BR" altLang="zh-CN" dirty="0" err="1">
                <a:effectLst/>
                <a:ea typeface="SimSun" panose="02010600030101010101" pitchFamily="2" charset="-122"/>
              </a:rPr>
              <a:t>Strings</a:t>
            </a:r>
            <a:endParaRPr lang="pt-BR" altLang="pt-BR" dirty="0">
              <a:effectLst/>
              <a:ea typeface="SimSun" panose="02010600030101010101" pitchFamily="2" charset="-122"/>
            </a:endParaRPr>
          </a:p>
        </p:txBody>
      </p:sp>
      <p:sp>
        <p:nvSpPr>
          <p:cNvPr id="35844" name="Rectangle 3">
            <a:extLst>
              <a:ext uri="{FF2B5EF4-FFF2-40B4-BE49-F238E27FC236}">
                <a16:creationId xmlns:a16="http://schemas.microsoft.com/office/drawing/2014/main" id="{DE399A1B-D2D1-2638-4AD7-B11F415EC029}"/>
              </a:ext>
            </a:extLst>
          </p:cNvPr>
          <p:cNvSpPr>
            <a:spLocks noGrp="1" noChangeArrowheads="1"/>
          </p:cNvSpPr>
          <p:nvPr>
            <p:ph type="body" idx="1"/>
          </p:nvPr>
        </p:nvSpPr>
        <p:spPr/>
        <p:txBody>
          <a:bodyPr/>
          <a:lstStyle/>
          <a:p>
            <a:pPr algn="l">
              <a:lnSpc>
                <a:spcPct val="80000"/>
              </a:lnSpc>
              <a:spcBef>
                <a:spcPct val="10000"/>
              </a:spcBef>
              <a:spcAft>
                <a:spcPct val="20000"/>
              </a:spcAft>
            </a:pPr>
            <a:r>
              <a:rPr lang="pt-BR" altLang="pt-BR" sz="2000">
                <a:effectLst/>
              </a:rPr>
              <a:t>main() </a:t>
            </a:r>
          </a:p>
          <a:p>
            <a:pPr algn="l">
              <a:lnSpc>
                <a:spcPct val="80000"/>
              </a:lnSpc>
              <a:spcBef>
                <a:spcPct val="10000"/>
              </a:spcBef>
              <a:spcAft>
                <a:spcPct val="20000"/>
              </a:spcAft>
            </a:pPr>
            <a:r>
              <a:rPr lang="pt-BR" altLang="pt-BR" sz="2000">
                <a:effectLst/>
              </a:rPr>
              <a:t>{</a:t>
            </a:r>
          </a:p>
          <a:p>
            <a:pPr algn="l">
              <a:lnSpc>
                <a:spcPct val="80000"/>
              </a:lnSpc>
              <a:spcBef>
                <a:spcPct val="10000"/>
              </a:spcBef>
              <a:spcAft>
                <a:spcPct val="20000"/>
              </a:spcAft>
            </a:pPr>
            <a:r>
              <a:rPr lang="pt-BR" altLang="pt-BR" sz="2000">
                <a:effectLst/>
              </a:rPr>
              <a:t>char string1[20];</a:t>
            </a:r>
          </a:p>
          <a:p>
            <a:pPr algn="l">
              <a:lnSpc>
                <a:spcPct val="80000"/>
              </a:lnSpc>
              <a:spcBef>
                <a:spcPct val="10000"/>
              </a:spcBef>
              <a:spcAft>
                <a:spcPct val="20000"/>
              </a:spcAft>
            </a:pPr>
            <a:r>
              <a:rPr lang="pt-BR" altLang="pt-BR" sz="2000">
                <a:effectLst/>
              </a:rPr>
              <a:t>char string2[] = " um vetor de caracteres";</a:t>
            </a:r>
          </a:p>
          <a:p>
            <a:pPr algn="l">
              <a:lnSpc>
                <a:spcPct val="80000"/>
              </a:lnSpc>
              <a:spcBef>
                <a:spcPct val="10000"/>
              </a:spcBef>
              <a:spcAft>
                <a:spcPct val="20000"/>
              </a:spcAft>
            </a:pPr>
            <a:r>
              <a:rPr lang="pt-BR" altLang="pt-BR" sz="2000">
                <a:effectLst/>
              </a:rPr>
              <a:t>int i;</a:t>
            </a:r>
          </a:p>
          <a:p>
            <a:pPr algn="l">
              <a:lnSpc>
                <a:spcPct val="80000"/>
              </a:lnSpc>
              <a:spcBef>
                <a:spcPct val="10000"/>
              </a:spcBef>
              <a:spcAft>
                <a:spcPct val="20000"/>
              </a:spcAft>
            </a:pPr>
            <a:r>
              <a:rPr lang="pt-BR" altLang="pt-BR" sz="2000">
                <a:effectLst/>
              </a:rPr>
              <a:t>printf("Digite uma string: \n");</a:t>
            </a:r>
          </a:p>
          <a:p>
            <a:pPr algn="l">
              <a:lnSpc>
                <a:spcPct val="80000"/>
              </a:lnSpc>
              <a:spcBef>
                <a:spcPct val="10000"/>
              </a:spcBef>
              <a:spcAft>
                <a:spcPct val="20000"/>
              </a:spcAft>
            </a:pPr>
            <a:r>
              <a:rPr lang="pt-BR" altLang="pt-BR" sz="2000">
                <a:effectLst/>
              </a:rPr>
              <a:t>//scanf("%s", &amp;string1);</a:t>
            </a:r>
          </a:p>
          <a:p>
            <a:pPr algn="l">
              <a:lnSpc>
                <a:spcPct val="80000"/>
              </a:lnSpc>
              <a:spcBef>
                <a:spcPct val="10000"/>
              </a:spcBef>
              <a:spcAft>
                <a:spcPct val="20000"/>
              </a:spcAft>
            </a:pPr>
            <a:r>
              <a:rPr lang="pt-BR" altLang="pt-BR" sz="2000">
                <a:effectLst/>
              </a:rPr>
              <a:t>gets(string1);</a:t>
            </a:r>
          </a:p>
          <a:p>
            <a:pPr algn="l">
              <a:lnSpc>
                <a:spcPct val="80000"/>
              </a:lnSpc>
              <a:spcBef>
                <a:spcPct val="10000"/>
              </a:spcBef>
              <a:spcAft>
                <a:spcPct val="20000"/>
              </a:spcAft>
            </a:pPr>
            <a:r>
              <a:rPr lang="pt-BR" altLang="pt-BR" sz="2000">
                <a:effectLst/>
              </a:rPr>
              <a:t>printf("%s", string1);</a:t>
            </a:r>
          </a:p>
          <a:p>
            <a:pPr algn="l">
              <a:lnSpc>
                <a:spcPct val="80000"/>
              </a:lnSpc>
              <a:spcBef>
                <a:spcPct val="10000"/>
              </a:spcBef>
              <a:spcAft>
                <a:spcPct val="20000"/>
              </a:spcAft>
            </a:pPr>
            <a:r>
              <a:rPr lang="pt-BR" altLang="pt-BR" sz="2000">
                <a:effectLst/>
              </a:rPr>
              <a:t>printf("\n Imprima string2 com espacos entre palavras\n");</a:t>
            </a:r>
          </a:p>
          <a:p>
            <a:pPr algn="l">
              <a:lnSpc>
                <a:spcPct val="80000"/>
              </a:lnSpc>
              <a:spcBef>
                <a:spcPct val="10000"/>
              </a:spcBef>
              <a:spcAft>
                <a:spcPct val="20000"/>
              </a:spcAft>
            </a:pPr>
            <a:r>
              <a:rPr lang="pt-BR" altLang="pt-BR" sz="2000">
                <a:effectLst/>
              </a:rPr>
              <a:t>for (i = 0; string2[i] != '\0'; i++)</a:t>
            </a:r>
          </a:p>
          <a:p>
            <a:pPr algn="l">
              <a:lnSpc>
                <a:spcPct val="80000"/>
              </a:lnSpc>
              <a:spcBef>
                <a:spcPct val="10000"/>
              </a:spcBef>
              <a:spcAft>
                <a:spcPct val="20000"/>
              </a:spcAft>
            </a:pPr>
            <a:r>
              <a:rPr lang="pt-BR" altLang="pt-BR" sz="2000">
                <a:effectLst/>
              </a:rPr>
              <a:t>printf("%c", string2[i]);</a:t>
            </a:r>
          </a:p>
          <a:p>
            <a:pPr algn="l">
              <a:lnSpc>
                <a:spcPct val="80000"/>
              </a:lnSpc>
              <a:spcBef>
                <a:spcPct val="10000"/>
              </a:spcBef>
              <a:spcAft>
                <a:spcPct val="20000"/>
              </a:spcAft>
            </a:pPr>
            <a:r>
              <a:rPr lang="pt-BR" altLang="pt-BR" sz="2000">
                <a:effectLst/>
              </a:rPr>
              <a:t>printf("\n");</a:t>
            </a:r>
          </a:p>
          <a:p>
            <a:pPr algn="l">
              <a:lnSpc>
                <a:spcPct val="80000"/>
              </a:lnSpc>
              <a:spcBef>
                <a:spcPct val="10000"/>
              </a:spcBef>
              <a:spcAft>
                <a:spcPct val="20000"/>
              </a:spcAft>
            </a:pPr>
            <a:r>
              <a:rPr lang="pt-BR" altLang="pt-BR" sz="2000">
                <a:effectLst/>
              </a:rPr>
              <a:t>getch();</a:t>
            </a:r>
          </a:p>
          <a:p>
            <a:pPr algn="l">
              <a:lnSpc>
                <a:spcPct val="80000"/>
              </a:lnSpc>
              <a:spcBef>
                <a:spcPct val="10000"/>
              </a:spcBef>
              <a:spcAft>
                <a:spcPct val="20000"/>
              </a:spcAft>
            </a:pPr>
            <a:r>
              <a:rPr lang="pt-BR" altLang="pt-BR" sz="2000">
                <a:effectLst/>
              </a:rPr>
              <a:t>}</a:t>
            </a:r>
          </a:p>
        </p:txBody>
      </p:sp>
      <p:sp>
        <p:nvSpPr>
          <p:cNvPr id="35845" name="Text Box 4">
            <a:extLst>
              <a:ext uri="{FF2B5EF4-FFF2-40B4-BE49-F238E27FC236}">
                <a16:creationId xmlns:a16="http://schemas.microsoft.com/office/drawing/2014/main" id="{272F6D6E-5B91-6527-4928-0829F6535282}"/>
              </a:ext>
            </a:extLst>
          </p:cNvPr>
          <p:cNvSpPr txBox="1">
            <a:spLocks noChangeArrowheads="1"/>
          </p:cNvSpPr>
          <p:nvPr/>
        </p:nvSpPr>
        <p:spPr bwMode="auto">
          <a:xfrm>
            <a:off x="1524000" y="6542089"/>
            <a:ext cx="795338" cy="314325"/>
          </a:xfrm>
          <a:prstGeom prst="rect">
            <a:avLst/>
          </a:prstGeom>
          <a:solidFill>
            <a:schemeClr val="folHlink"/>
          </a:solidFill>
          <a:ln w="9525" algn="ctr">
            <a:solidFill>
              <a:srgbClr val="A5002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spcBef>
                <a:spcPct val="20000"/>
              </a:spcBef>
              <a:spcAft>
                <a:spcPct val="50000"/>
              </a:spcAft>
              <a:buClr>
                <a:schemeClr val="hlink"/>
              </a:buClr>
              <a:buSzPct val="65000"/>
              <a:buFont typeface="Wingdings" panose="05000000000000000000" pitchFamily="2" charset="2"/>
              <a:defRPr>
                <a:solidFill>
                  <a:srgbClr val="000000"/>
                </a:solidFill>
                <a:latin typeface="Tahoma" panose="020B0604030504040204" pitchFamily="34" charset="0"/>
              </a:defRPr>
            </a:lvl1pPr>
            <a:lvl2pPr marL="742950" indent="-285750">
              <a:spcBef>
                <a:spcPct val="20000"/>
              </a:spcBef>
              <a:spcAft>
                <a:spcPct val="50000"/>
              </a:spcAft>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9pPr>
          </a:lstStyle>
          <a:p>
            <a:pPr algn="l">
              <a:spcBef>
                <a:spcPct val="0"/>
              </a:spcBef>
              <a:spcAft>
                <a:spcPct val="0"/>
              </a:spcAft>
              <a:buClrTx/>
              <a:buSzTx/>
              <a:buFontTx/>
              <a:buNone/>
            </a:pPr>
            <a:r>
              <a:rPr lang="pt-BR" altLang="pt-BR" sz="1400" b="1"/>
              <a:t>Vetor6</a:t>
            </a:r>
          </a:p>
        </p:txBody>
      </p:sp>
    </p:spTree>
    <p:extLst>
      <p:ext uri="{BB962C8B-B14F-4D97-AF65-F5344CB8AC3E}">
        <p14:creationId xmlns:p14="http://schemas.microsoft.com/office/powerpoint/2010/main" val="21692841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Número de Slide 5">
            <a:extLst>
              <a:ext uri="{FF2B5EF4-FFF2-40B4-BE49-F238E27FC236}">
                <a16:creationId xmlns:a16="http://schemas.microsoft.com/office/drawing/2014/main" id="{544B3971-A191-4469-33C4-2F0471D9F707}"/>
              </a:ext>
            </a:extLst>
          </p:cNvPr>
          <p:cNvSpPr>
            <a:spLocks noGrp="1"/>
          </p:cNvSpPr>
          <p:nvPr>
            <p:ph type="sldNum" sz="quarter" idx="12"/>
          </p:nvPr>
        </p:nvSpPr>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defRPr/>
            </a:pPr>
            <a:fld id="{D18D86C8-4617-46F0-82CA-8D6C85C58401}" type="slidenum">
              <a:rPr lang="pt-BR" altLang="pt-BR" smtClean="0">
                <a:solidFill>
                  <a:srgbClr val="000000"/>
                </a:solidFill>
                <a:latin typeface="Arial" panose="020B0604020202020204" pitchFamily="34" charset="0"/>
              </a:rPr>
              <a:pPr>
                <a:defRPr/>
              </a:pPr>
              <a:t>22</a:t>
            </a:fld>
            <a:endParaRPr lang="pt-BR" altLang="pt-BR">
              <a:solidFill>
                <a:srgbClr val="000000"/>
              </a:solidFill>
              <a:latin typeface="Arial" panose="020B0604020202020204" pitchFamily="34" charset="0"/>
            </a:endParaRPr>
          </a:p>
        </p:txBody>
      </p:sp>
      <p:sp>
        <p:nvSpPr>
          <p:cNvPr id="1530882" name="Rectangle 2">
            <a:extLst>
              <a:ext uri="{FF2B5EF4-FFF2-40B4-BE49-F238E27FC236}">
                <a16:creationId xmlns:a16="http://schemas.microsoft.com/office/drawing/2014/main" id="{C06F5986-4187-BDD7-053B-B1A120E1A554}"/>
              </a:ext>
            </a:extLst>
          </p:cNvPr>
          <p:cNvSpPr>
            <a:spLocks noGrp="1" noChangeArrowheads="1"/>
          </p:cNvSpPr>
          <p:nvPr>
            <p:ph type="title"/>
          </p:nvPr>
        </p:nvSpPr>
        <p:spPr/>
        <p:txBody>
          <a:bodyPr/>
          <a:lstStyle/>
          <a:p>
            <a:pPr>
              <a:defRPr/>
            </a:pPr>
            <a:r>
              <a:rPr lang="pt-BR" altLang="zh-CN" dirty="0">
                <a:effectLst/>
                <a:ea typeface="SimSun" panose="02010600030101010101" pitchFamily="2" charset="-122"/>
              </a:rPr>
              <a:t>6.3 - </a:t>
            </a:r>
            <a:r>
              <a:rPr lang="pt-BR" altLang="zh-CN" dirty="0" err="1">
                <a:effectLst/>
                <a:ea typeface="SimSun" panose="02010600030101010101" pitchFamily="2" charset="-122"/>
              </a:rPr>
              <a:t>Arrays</a:t>
            </a:r>
            <a:r>
              <a:rPr lang="pt-BR" altLang="zh-CN" dirty="0">
                <a:effectLst/>
                <a:ea typeface="SimSun" panose="02010600030101010101" pitchFamily="2" charset="-122"/>
              </a:rPr>
              <a:t> Multidimensionais </a:t>
            </a:r>
            <a:br>
              <a:rPr lang="pt-BR" altLang="zh-CN" dirty="0">
                <a:effectLst/>
                <a:ea typeface="SimSun" panose="02010600030101010101" pitchFamily="2" charset="-122"/>
              </a:rPr>
            </a:br>
            <a:r>
              <a:rPr lang="pt-BR" altLang="zh-CN" dirty="0">
                <a:effectLst/>
                <a:ea typeface="SimSun" panose="02010600030101010101" pitchFamily="2" charset="-122"/>
              </a:rPr>
              <a:t>ou Vetores Multidimensionais</a:t>
            </a:r>
            <a:r>
              <a:rPr lang="pt-BR" altLang="zh-CN" dirty="0">
                <a:ea typeface="SimSun" panose="02010600030101010101" pitchFamily="2" charset="-122"/>
              </a:rPr>
              <a:t> </a:t>
            </a:r>
            <a:endParaRPr lang="pt-BR" altLang="pt-BR" dirty="0"/>
          </a:p>
        </p:txBody>
      </p:sp>
      <p:sp>
        <p:nvSpPr>
          <p:cNvPr id="46084" name="Rectangle 3">
            <a:extLst>
              <a:ext uri="{FF2B5EF4-FFF2-40B4-BE49-F238E27FC236}">
                <a16:creationId xmlns:a16="http://schemas.microsoft.com/office/drawing/2014/main" id="{1CFD5A76-5EA0-01C4-97E6-E05BD9EB350C}"/>
              </a:ext>
            </a:extLst>
          </p:cNvPr>
          <p:cNvSpPr>
            <a:spLocks noGrp="1" noChangeArrowheads="1"/>
          </p:cNvSpPr>
          <p:nvPr>
            <p:ph type="body" idx="1"/>
          </p:nvPr>
        </p:nvSpPr>
        <p:spPr/>
        <p:txBody>
          <a:bodyPr/>
          <a:lstStyle/>
          <a:p>
            <a:pPr algn="l">
              <a:buFont typeface="Wingdings" panose="05000000000000000000" pitchFamily="2" charset="2"/>
              <a:buChar char="n"/>
            </a:pPr>
            <a:r>
              <a:rPr lang="pt-BR" altLang="zh-CN" dirty="0">
                <a:effectLst/>
                <a:ea typeface="SimSun" panose="02010600030101010101" pitchFamily="2" charset="-122"/>
              </a:rPr>
              <a:t>   </a:t>
            </a:r>
            <a:r>
              <a:rPr lang="pt-BR" altLang="zh-CN" sz="2000" dirty="0">
                <a:effectLst/>
                <a:ea typeface="SimSun" panose="02010600030101010101" pitchFamily="2" charset="-122"/>
              </a:rPr>
              <a:t>Vetores podem ter mais de uma dimensão, isto é, mais de um índice de referência. Podemos ter vetores de duas, três, ou mais dimensões. Podemos entender um vetor de duas dimensões (por exemplo) associando-o aos dados de uma tabela.</a:t>
            </a:r>
          </a:p>
          <a:p>
            <a:pPr algn="l">
              <a:buFont typeface="Wingdings" panose="05000000000000000000" pitchFamily="2" charset="2"/>
              <a:buChar char="n"/>
            </a:pPr>
            <a:r>
              <a:rPr lang="pt-BR" altLang="zh-CN" sz="2000" b="1" dirty="0">
                <a:effectLst/>
                <a:ea typeface="SimSun" panose="02010600030101010101" pitchFamily="2" charset="-122"/>
              </a:rPr>
              <a:t>Exemplo:</a:t>
            </a:r>
            <a:r>
              <a:rPr lang="pt-BR" altLang="zh-CN" sz="2000" dirty="0">
                <a:effectLst/>
                <a:ea typeface="SimSun" panose="02010600030101010101" pitchFamily="2" charset="-122"/>
              </a:rPr>
              <a:t> Um vetor bidimensional pode ser visualizado através de uma </a:t>
            </a:r>
            <a:r>
              <a:rPr lang="pt-BR" altLang="zh-CN" sz="2000" b="1" dirty="0">
                <a:effectLst/>
                <a:ea typeface="SimSun" panose="02010600030101010101" pitchFamily="2" charset="-122"/>
              </a:rPr>
              <a:t>tabela</a:t>
            </a:r>
            <a:r>
              <a:rPr lang="pt-BR" altLang="zh-CN" sz="2000" dirty="0">
                <a:effectLst/>
                <a:ea typeface="SimSun" panose="02010600030101010101" pitchFamily="2" charset="-122"/>
              </a:rPr>
              <a:t>. </a:t>
            </a:r>
          </a:p>
          <a:p>
            <a:pPr lvl="1" algn="ctr">
              <a:spcBef>
                <a:spcPct val="0"/>
              </a:spcBef>
              <a:spcAft>
                <a:spcPct val="0"/>
              </a:spcAft>
              <a:buFont typeface="Wingdings" panose="05000000000000000000" pitchFamily="2" charset="2"/>
              <a:buNone/>
            </a:pPr>
            <a:r>
              <a:rPr lang="pt-BR" altLang="zh-CN" sz="1800" dirty="0">
                <a:solidFill>
                  <a:srgbClr val="CC0000"/>
                </a:solidFill>
                <a:effectLst/>
                <a:ea typeface="SimSun" panose="02010600030101010101" pitchFamily="2" charset="-122"/>
              </a:rPr>
              <a:t>nota     0     1     2</a:t>
            </a:r>
          </a:p>
          <a:p>
            <a:pPr lvl="1" algn="ctr">
              <a:spcBef>
                <a:spcPct val="0"/>
              </a:spcBef>
              <a:spcAft>
                <a:spcPct val="0"/>
              </a:spcAft>
              <a:buFont typeface="Wingdings" panose="05000000000000000000" pitchFamily="2" charset="2"/>
              <a:buNone/>
            </a:pPr>
            <a:r>
              <a:rPr lang="pt-BR" altLang="zh-CN" sz="1800" dirty="0">
                <a:solidFill>
                  <a:srgbClr val="CC0000"/>
                </a:solidFill>
                <a:effectLst/>
                <a:ea typeface="SimSun" panose="02010600030101010101" pitchFamily="2" charset="-122"/>
              </a:rPr>
              <a:t>   0</a:t>
            </a:r>
            <a:r>
              <a:rPr lang="pt-BR" altLang="zh-CN" sz="1800" dirty="0">
                <a:effectLst/>
                <a:ea typeface="SimSun" panose="02010600030101010101" pitchFamily="2" charset="-122"/>
              </a:rPr>
              <a:t>       8.4   7.4   5.7</a:t>
            </a:r>
          </a:p>
          <a:p>
            <a:pPr lvl="1" algn="ctr">
              <a:spcBef>
                <a:spcPct val="0"/>
              </a:spcBef>
              <a:spcAft>
                <a:spcPct val="0"/>
              </a:spcAft>
              <a:buFont typeface="Wingdings" panose="05000000000000000000" pitchFamily="2" charset="2"/>
              <a:buNone/>
            </a:pPr>
            <a:r>
              <a:rPr lang="pt-BR" altLang="zh-CN" sz="1800" dirty="0">
                <a:effectLst/>
                <a:ea typeface="SimSun" panose="02010600030101010101" pitchFamily="2" charset="-122"/>
              </a:rPr>
              <a:t>   </a:t>
            </a:r>
            <a:r>
              <a:rPr lang="pt-BR" altLang="zh-CN" sz="1800" dirty="0">
                <a:solidFill>
                  <a:srgbClr val="CC0000"/>
                </a:solidFill>
                <a:effectLst/>
                <a:ea typeface="SimSun" panose="02010600030101010101" pitchFamily="2" charset="-122"/>
              </a:rPr>
              <a:t>1</a:t>
            </a:r>
            <a:r>
              <a:rPr lang="pt-BR" altLang="zh-CN" sz="1800" dirty="0">
                <a:effectLst/>
                <a:ea typeface="SimSun" panose="02010600030101010101" pitchFamily="2" charset="-122"/>
              </a:rPr>
              <a:t>       6.9   6.7   4.9</a:t>
            </a:r>
          </a:p>
          <a:p>
            <a:pPr lvl="1" algn="ctr">
              <a:spcBef>
                <a:spcPct val="0"/>
              </a:spcBef>
              <a:spcAft>
                <a:spcPct val="0"/>
              </a:spcAft>
              <a:buFont typeface="Wingdings" panose="05000000000000000000" pitchFamily="2" charset="2"/>
              <a:buNone/>
            </a:pPr>
            <a:r>
              <a:rPr lang="pt-BR" altLang="zh-CN" sz="1800" dirty="0">
                <a:effectLst/>
                <a:ea typeface="SimSun" panose="02010600030101010101" pitchFamily="2" charset="-122"/>
              </a:rPr>
              <a:t>   </a:t>
            </a:r>
            <a:r>
              <a:rPr lang="pt-BR" altLang="zh-CN" sz="1800" dirty="0">
                <a:solidFill>
                  <a:srgbClr val="CC0000"/>
                </a:solidFill>
                <a:effectLst/>
                <a:ea typeface="SimSun" panose="02010600030101010101" pitchFamily="2" charset="-122"/>
              </a:rPr>
              <a:t>2</a:t>
            </a:r>
            <a:r>
              <a:rPr lang="pt-BR" altLang="zh-CN" sz="1800" dirty="0">
                <a:effectLst/>
                <a:ea typeface="SimSun" panose="02010600030101010101" pitchFamily="2" charset="-122"/>
              </a:rPr>
              <a:t>       4.5   6.4   8.6</a:t>
            </a:r>
          </a:p>
          <a:p>
            <a:pPr lvl="1" algn="ctr">
              <a:spcBef>
                <a:spcPct val="0"/>
              </a:spcBef>
              <a:spcAft>
                <a:spcPct val="0"/>
              </a:spcAft>
              <a:buFont typeface="Wingdings" panose="05000000000000000000" pitchFamily="2" charset="2"/>
              <a:buNone/>
            </a:pPr>
            <a:r>
              <a:rPr lang="pt-BR" altLang="zh-CN" sz="1800" dirty="0">
                <a:effectLst/>
                <a:ea typeface="SimSun" panose="02010600030101010101" pitchFamily="2" charset="-122"/>
              </a:rPr>
              <a:t>   </a:t>
            </a:r>
            <a:r>
              <a:rPr lang="pt-BR" altLang="zh-CN" sz="1800" dirty="0">
                <a:solidFill>
                  <a:srgbClr val="CC0000"/>
                </a:solidFill>
                <a:effectLst/>
                <a:ea typeface="SimSun" panose="02010600030101010101" pitchFamily="2" charset="-122"/>
              </a:rPr>
              <a:t>3</a:t>
            </a:r>
            <a:r>
              <a:rPr lang="pt-BR" altLang="zh-CN" sz="1800" dirty="0">
                <a:effectLst/>
                <a:ea typeface="SimSun" panose="02010600030101010101" pitchFamily="2" charset="-122"/>
              </a:rPr>
              <a:t>       4.6   8.9   6.3</a:t>
            </a:r>
          </a:p>
          <a:p>
            <a:pPr lvl="1" algn="ctr">
              <a:spcBef>
                <a:spcPct val="0"/>
              </a:spcBef>
              <a:spcAft>
                <a:spcPct val="0"/>
              </a:spcAft>
              <a:buFont typeface="Wingdings" panose="05000000000000000000" pitchFamily="2" charset="2"/>
              <a:buNone/>
            </a:pPr>
            <a:r>
              <a:rPr lang="pt-BR" altLang="zh-CN" sz="1800" dirty="0">
                <a:solidFill>
                  <a:srgbClr val="CC0000"/>
                </a:solidFill>
                <a:effectLst/>
                <a:ea typeface="SimSun" panose="02010600030101010101" pitchFamily="2" charset="-122"/>
              </a:rPr>
              <a:t>   4</a:t>
            </a:r>
            <a:r>
              <a:rPr lang="pt-BR" altLang="zh-CN" sz="1800" dirty="0">
                <a:effectLst/>
                <a:ea typeface="SimSun" panose="02010600030101010101" pitchFamily="2" charset="-122"/>
              </a:rPr>
              <a:t>       7.2   3.6   7.7</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7" presetClass="entr" presetSubtype="2" fill="hold" grpId="0" nodeType="afterEffect">
                                  <p:stCondLst>
                                    <p:cond delay="0"/>
                                  </p:stCondLst>
                                  <p:childTnLst>
                                    <p:set>
                                      <p:cBhvr>
                                        <p:cTn id="6" dur="1" fill="hold">
                                          <p:stCondLst>
                                            <p:cond delay="0"/>
                                          </p:stCondLst>
                                        </p:cTn>
                                        <p:tgtEl>
                                          <p:spTgt spid="1530882"/>
                                        </p:tgtEl>
                                        <p:attrNameLst>
                                          <p:attrName>style.visibility</p:attrName>
                                        </p:attrNameLst>
                                      </p:cBhvr>
                                      <p:to>
                                        <p:strVal val="visible"/>
                                      </p:to>
                                    </p:set>
                                    <p:anim calcmode="lin" valueType="num">
                                      <p:cBhvr additive="base">
                                        <p:cTn id="7" dur="2000" fill="hold"/>
                                        <p:tgtEl>
                                          <p:spTgt spid="1530882"/>
                                        </p:tgtEl>
                                        <p:attrNameLst>
                                          <p:attrName>ppt_x</p:attrName>
                                        </p:attrNameLst>
                                      </p:cBhvr>
                                      <p:tavLst>
                                        <p:tav tm="0">
                                          <p:val>
                                            <p:strVal val="1+#ppt_w/2"/>
                                          </p:val>
                                        </p:tav>
                                        <p:tav tm="100000">
                                          <p:val>
                                            <p:strVal val="#ppt_x"/>
                                          </p:val>
                                        </p:tav>
                                      </p:tavLst>
                                    </p:anim>
                                    <p:anim calcmode="lin" valueType="num">
                                      <p:cBhvr additive="base">
                                        <p:cTn id="8" dur="2000" fill="hold"/>
                                        <p:tgtEl>
                                          <p:spTgt spid="153088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088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Espaço Reservado para Número de Slide 6">
            <a:extLst>
              <a:ext uri="{FF2B5EF4-FFF2-40B4-BE49-F238E27FC236}">
                <a16:creationId xmlns:a16="http://schemas.microsoft.com/office/drawing/2014/main" id="{82A15AD7-E4C2-806D-C7DB-FC051818C103}"/>
              </a:ext>
            </a:extLst>
          </p:cNvPr>
          <p:cNvSpPr>
            <a:spLocks noGrp="1"/>
          </p:cNvSpPr>
          <p:nvPr>
            <p:ph type="sldNum" sz="quarter" idx="12"/>
          </p:nvPr>
        </p:nvSpPr>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defRPr/>
            </a:pPr>
            <a:fld id="{CCC0D3B8-2BFA-4526-A096-72DA752D89F7}" type="slidenum">
              <a:rPr lang="pt-BR" altLang="pt-BR" smtClean="0">
                <a:solidFill>
                  <a:srgbClr val="000000"/>
                </a:solidFill>
                <a:latin typeface="Arial" panose="020B0604020202020204" pitchFamily="34" charset="0"/>
              </a:rPr>
              <a:pPr>
                <a:defRPr/>
              </a:pPr>
              <a:t>23</a:t>
            </a:fld>
            <a:endParaRPr lang="pt-BR" altLang="pt-BR">
              <a:solidFill>
                <a:srgbClr val="000000"/>
              </a:solidFill>
              <a:latin typeface="Arial" panose="020B0604020202020204" pitchFamily="34" charset="0"/>
            </a:endParaRPr>
          </a:p>
        </p:txBody>
      </p:sp>
      <p:sp>
        <p:nvSpPr>
          <p:cNvPr id="48131" name="Rectangle 37">
            <a:extLst>
              <a:ext uri="{FF2B5EF4-FFF2-40B4-BE49-F238E27FC236}">
                <a16:creationId xmlns:a16="http://schemas.microsoft.com/office/drawing/2014/main" id="{A6B3F3C7-E64A-3FB7-9844-9182891C9B9A}"/>
              </a:ext>
            </a:extLst>
          </p:cNvPr>
          <p:cNvSpPr>
            <a:spLocks noGrp="1" noChangeArrowheads="1"/>
          </p:cNvSpPr>
          <p:nvPr>
            <p:ph type="title"/>
          </p:nvPr>
        </p:nvSpPr>
        <p:spPr/>
        <p:txBody>
          <a:bodyPr/>
          <a:lstStyle/>
          <a:p>
            <a:r>
              <a:rPr lang="pt-BR" altLang="zh-CN" dirty="0">
                <a:effectLst/>
                <a:ea typeface="SimSun" panose="02010600030101010101" pitchFamily="2" charset="-122"/>
              </a:rPr>
              <a:t>6.3 - </a:t>
            </a:r>
            <a:r>
              <a:rPr lang="pt-BR" altLang="zh-CN" dirty="0" err="1">
                <a:effectLst/>
                <a:ea typeface="SimSun" panose="02010600030101010101" pitchFamily="2" charset="-122"/>
              </a:rPr>
              <a:t>Arrays</a:t>
            </a:r>
            <a:r>
              <a:rPr lang="pt-BR" altLang="zh-CN" dirty="0">
                <a:effectLst/>
                <a:ea typeface="SimSun" panose="02010600030101010101" pitchFamily="2" charset="-122"/>
              </a:rPr>
              <a:t> Multidimensionais</a:t>
            </a:r>
            <a:endParaRPr lang="pt-BR" altLang="pt-BR" dirty="0">
              <a:effectLst/>
              <a:ea typeface="SimSun" panose="02010600030101010101" pitchFamily="2" charset="-122"/>
            </a:endParaRPr>
          </a:p>
        </p:txBody>
      </p:sp>
      <p:sp>
        <p:nvSpPr>
          <p:cNvPr id="48132" name="Rectangle 3">
            <a:extLst>
              <a:ext uri="{FF2B5EF4-FFF2-40B4-BE49-F238E27FC236}">
                <a16:creationId xmlns:a16="http://schemas.microsoft.com/office/drawing/2014/main" id="{B554D904-4788-BFFA-E37C-852929F8E57F}"/>
              </a:ext>
            </a:extLst>
          </p:cNvPr>
          <p:cNvSpPr>
            <a:spLocks noGrp="1" noChangeArrowheads="1"/>
          </p:cNvSpPr>
          <p:nvPr>
            <p:ph type="body" sz="half" idx="1"/>
          </p:nvPr>
        </p:nvSpPr>
        <p:spPr>
          <a:xfrm>
            <a:off x="1981200" y="1412876"/>
            <a:ext cx="8362950" cy="4608513"/>
          </a:xfrm>
        </p:spPr>
        <p:txBody>
          <a:bodyPr/>
          <a:lstStyle/>
          <a:p>
            <a:pPr marL="0" indent="0" algn="just">
              <a:buFont typeface="Wingdings" panose="05000000000000000000" pitchFamily="2" charset="2"/>
              <a:buChar char="n"/>
            </a:pPr>
            <a:r>
              <a:rPr lang="pt-BR" altLang="pt-BR">
                <a:effectLst/>
              </a:rPr>
              <a:t>   Os vetores em C podem ter vários subíndices. Um uso comum de vetores com vários subíndices é para representar tabelas de valores que consistem em informações organizadas em </a:t>
            </a:r>
            <a:r>
              <a:rPr lang="pt-BR" altLang="pt-BR" i="1">
                <a:effectLst/>
              </a:rPr>
              <a:t>linhas </a:t>
            </a:r>
            <a:r>
              <a:rPr lang="pt-BR" altLang="pt-BR">
                <a:effectLst/>
              </a:rPr>
              <a:t>e </a:t>
            </a:r>
            <a:r>
              <a:rPr lang="pt-BR" altLang="pt-BR" i="1">
                <a:effectLst/>
              </a:rPr>
              <a:t>colunas</a:t>
            </a:r>
            <a:r>
              <a:rPr lang="pt-BR" altLang="pt-BR">
                <a:effectLst/>
              </a:rPr>
              <a:t>. </a:t>
            </a:r>
          </a:p>
          <a:p>
            <a:pPr marL="0" indent="0" algn="just">
              <a:spcBef>
                <a:spcPct val="0"/>
              </a:spcBef>
              <a:spcAft>
                <a:spcPct val="0"/>
              </a:spcAft>
              <a:buFont typeface="Wingdings" panose="05000000000000000000" pitchFamily="2" charset="2"/>
              <a:buChar char="n"/>
            </a:pPr>
            <a:r>
              <a:rPr lang="pt-BR" altLang="pt-BR">
                <a:effectLst/>
              </a:rPr>
              <a:t>   int a[3][4]: </a:t>
            </a:r>
          </a:p>
          <a:p>
            <a:pPr marL="0" indent="0" algn="just">
              <a:spcBef>
                <a:spcPct val="0"/>
              </a:spcBef>
              <a:spcAft>
                <a:spcPct val="0"/>
              </a:spcAft>
            </a:pPr>
            <a:r>
              <a:rPr lang="pt-BR" altLang="pt-BR">
                <a:effectLst/>
              </a:rPr>
              <a:t>declara uma matriz de inteiros de 3 linhas por 4 colunas. Cada elemento de a é identificado por um nome na forma </a:t>
            </a:r>
            <a:r>
              <a:rPr lang="pt-BR" altLang="pt-BR" b="1">
                <a:effectLst/>
              </a:rPr>
              <a:t>a[i] [j]</a:t>
            </a:r>
            <a:r>
              <a:rPr lang="pt-BR" altLang="pt-BR">
                <a:effectLst/>
              </a:rPr>
              <a:t>, onde </a:t>
            </a:r>
            <a:r>
              <a:rPr lang="pt-BR" altLang="pt-BR" b="1">
                <a:effectLst/>
              </a:rPr>
              <a:t>a</a:t>
            </a:r>
            <a:r>
              <a:rPr lang="pt-BR" altLang="pt-BR">
                <a:effectLst/>
              </a:rPr>
              <a:t> é o nome do vetor (matriz), </a:t>
            </a:r>
            <a:r>
              <a:rPr lang="pt-BR" altLang="pt-BR" b="1">
                <a:effectLst/>
              </a:rPr>
              <a:t>i e j</a:t>
            </a:r>
            <a:r>
              <a:rPr lang="pt-BR" altLang="pt-BR">
                <a:effectLst/>
              </a:rPr>
              <a:t> são subíndices que identificam um elemento específico em a.</a:t>
            </a:r>
          </a:p>
        </p:txBody>
      </p:sp>
      <p:graphicFrame>
        <p:nvGraphicFramePr>
          <p:cNvPr id="1577069" name="Group 109">
            <a:extLst>
              <a:ext uri="{FF2B5EF4-FFF2-40B4-BE49-F238E27FC236}">
                <a16:creationId xmlns:a16="http://schemas.microsoft.com/office/drawing/2014/main" id="{68AE5463-1650-234B-A5C3-37051B7A3098}"/>
              </a:ext>
            </a:extLst>
          </p:cNvPr>
          <p:cNvGraphicFramePr>
            <a:graphicFrameLocks noGrp="1"/>
          </p:cNvGraphicFramePr>
          <p:nvPr>
            <p:ph sz="half" idx="2"/>
          </p:nvPr>
        </p:nvGraphicFramePr>
        <p:xfrm>
          <a:off x="2927350" y="4005264"/>
          <a:ext cx="6707188" cy="2160588"/>
        </p:xfrm>
        <a:graphic>
          <a:graphicData uri="http://schemas.openxmlformats.org/drawingml/2006/table">
            <a:tbl>
              <a:tblPr/>
              <a:tblGrid>
                <a:gridCol w="1341438">
                  <a:extLst>
                    <a:ext uri="{9D8B030D-6E8A-4147-A177-3AD203B41FA5}">
                      <a16:colId xmlns:a16="http://schemas.microsoft.com/office/drawing/2014/main" val="20000"/>
                    </a:ext>
                  </a:extLst>
                </a:gridCol>
                <a:gridCol w="1343025">
                  <a:extLst>
                    <a:ext uri="{9D8B030D-6E8A-4147-A177-3AD203B41FA5}">
                      <a16:colId xmlns:a16="http://schemas.microsoft.com/office/drawing/2014/main" val="20001"/>
                    </a:ext>
                  </a:extLst>
                </a:gridCol>
                <a:gridCol w="1338262">
                  <a:extLst>
                    <a:ext uri="{9D8B030D-6E8A-4147-A177-3AD203B41FA5}">
                      <a16:colId xmlns:a16="http://schemas.microsoft.com/office/drawing/2014/main" val="20002"/>
                    </a:ext>
                  </a:extLst>
                </a:gridCol>
                <a:gridCol w="1343025">
                  <a:extLst>
                    <a:ext uri="{9D8B030D-6E8A-4147-A177-3AD203B41FA5}">
                      <a16:colId xmlns:a16="http://schemas.microsoft.com/office/drawing/2014/main" val="20003"/>
                    </a:ext>
                  </a:extLst>
                </a:gridCol>
                <a:gridCol w="1341438">
                  <a:extLst>
                    <a:ext uri="{9D8B030D-6E8A-4147-A177-3AD203B41FA5}">
                      <a16:colId xmlns:a16="http://schemas.microsoft.com/office/drawing/2014/main" val="20004"/>
                    </a:ext>
                  </a:extLst>
                </a:gridCol>
              </a:tblGrid>
              <a:tr h="539750">
                <a:tc>
                  <a:txBody>
                    <a:bodyPr/>
                    <a:lstStyle>
                      <a:lvl1pPr algn="ctr">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C0C0C0"/>
                            </a:outerShdw>
                          </a:effectLst>
                          <a:latin typeface="Tahoma" panose="020B0604030504040204" pitchFamily="34" charset="0"/>
                        </a:defRPr>
                      </a:lvl1pPr>
                      <a:lvl2pPr>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2pPr>
                      <a:lvl3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3pPr>
                      <a:lvl4pPr>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4pPr>
                      <a:lvl5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50000"/>
                        </a:spcAft>
                        <a:buClr>
                          <a:schemeClr val="hlink"/>
                        </a:buClr>
                        <a:buSzPct val="65000"/>
                        <a:buFont typeface="Wingdings" panose="05000000000000000000" pitchFamily="2" charset="2"/>
                        <a:buNone/>
                        <a:tabLst/>
                      </a:pPr>
                      <a:endParaRPr kumimoji="0" lang="pt-BR" altLang="pt-BR" sz="1600" b="0" i="0" u="none" strike="noStrike" cap="none" normalizeH="0" baseline="0">
                        <a:ln>
                          <a:noFill/>
                        </a:ln>
                        <a:solidFill>
                          <a:srgbClr val="000000"/>
                        </a:solidFill>
                        <a:effectLst>
                          <a:outerShdw blurRad="38100" dist="38100" dir="2700000" algn="tl">
                            <a:srgbClr val="C0C0C0"/>
                          </a:outerShdw>
                        </a:effectLst>
                        <a:latin typeface="Tahoma" panose="020B0604030504040204" pitchFamily="34" charset="0"/>
                      </a:endParaRPr>
                    </a:p>
                  </a:txBody>
                  <a:tcPr horzOverflow="overflow">
                    <a:lnL cap="flat">
                      <a:noFill/>
                    </a:lnL>
                    <a:lnR w="12700" cap="flat" cmpd="sng" algn="ctr">
                      <a:solidFill>
                        <a:srgbClr val="000000"/>
                      </a:solidFill>
                      <a:prstDash val="solid"/>
                      <a:round/>
                      <a:headEnd type="none" w="med" len="med"/>
                      <a:tailEnd type="none" w="med" len="med"/>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ctr">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FFFFFF"/>
                            </a:outerShdw>
                          </a:effectLst>
                          <a:latin typeface="Tahoma" panose="020B0604030504040204" pitchFamily="34" charset="0"/>
                        </a:defRPr>
                      </a:lvl1pPr>
                      <a:lvl2pPr>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2pPr>
                      <a:lvl3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3pPr>
                      <a:lvl4pPr>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4pPr>
                      <a:lvl5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
                          <a:schemeClr val="hlink"/>
                        </a:buClr>
                        <a:buSzPct val="65000"/>
                        <a:buFont typeface="Wingdings" panose="05000000000000000000" pitchFamily="2" charset="2"/>
                        <a:buNone/>
                        <a:tabLst/>
                      </a:pPr>
                      <a:r>
                        <a:rPr kumimoji="0" lang="pt-BR" altLang="pt-BR" sz="1600" b="0" i="0" u="none" strike="noStrike" cap="none" normalizeH="0" baseline="0">
                          <a:ln>
                            <a:noFill/>
                          </a:ln>
                          <a:solidFill>
                            <a:srgbClr val="000000"/>
                          </a:solidFill>
                          <a:effectLst>
                            <a:outerShdw blurRad="38100" dist="38100" dir="2700000" algn="tl">
                              <a:srgbClr val="FFFFFF"/>
                            </a:outerShdw>
                          </a:effectLst>
                          <a:latin typeface="Tahoma" panose="020B0604030504040204" pitchFamily="34" charset="0"/>
                        </a:rPr>
                        <a:t>Coluna 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A4A4D0"/>
                    </a:solidFill>
                  </a:tcPr>
                </a:tc>
                <a:tc>
                  <a:txBody>
                    <a:bodyPr/>
                    <a:lstStyle>
                      <a:lvl1pPr algn="ctr">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FFFFFF"/>
                            </a:outerShdw>
                          </a:effectLst>
                          <a:latin typeface="Tahoma" panose="020B0604030504040204" pitchFamily="34" charset="0"/>
                        </a:defRPr>
                      </a:lvl1pPr>
                      <a:lvl2pPr>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2pPr>
                      <a:lvl3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3pPr>
                      <a:lvl4pPr>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4pPr>
                      <a:lvl5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50000"/>
                        </a:spcAft>
                        <a:buClr>
                          <a:schemeClr val="hlink"/>
                        </a:buClr>
                        <a:buSzPct val="65000"/>
                        <a:buFont typeface="Wingdings" panose="05000000000000000000" pitchFamily="2" charset="2"/>
                        <a:buNone/>
                        <a:tabLst/>
                      </a:pPr>
                      <a:r>
                        <a:rPr kumimoji="0" lang="pt-BR" altLang="pt-BR" sz="1600" b="0" i="0" u="none" strike="noStrike" cap="none" normalizeH="0" baseline="0">
                          <a:ln>
                            <a:noFill/>
                          </a:ln>
                          <a:solidFill>
                            <a:srgbClr val="000000"/>
                          </a:solidFill>
                          <a:effectLst>
                            <a:outerShdw blurRad="38100" dist="38100" dir="2700000" algn="tl">
                              <a:srgbClr val="FFFFFF"/>
                            </a:outerShdw>
                          </a:effectLst>
                          <a:latin typeface="Tahoma" panose="020B0604030504040204" pitchFamily="34" charset="0"/>
                        </a:rPr>
                        <a:t>Coluna 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A4A4D0"/>
                    </a:solidFill>
                  </a:tcPr>
                </a:tc>
                <a:tc>
                  <a:txBody>
                    <a:bodyPr/>
                    <a:lstStyle>
                      <a:lvl1pPr algn="ctr">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FFFFFF"/>
                            </a:outerShdw>
                          </a:effectLst>
                          <a:latin typeface="Tahoma" panose="020B0604030504040204" pitchFamily="34" charset="0"/>
                        </a:defRPr>
                      </a:lvl1pPr>
                      <a:lvl2pPr>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2pPr>
                      <a:lvl3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3pPr>
                      <a:lvl4pPr>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4pPr>
                      <a:lvl5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50000"/>
                        </a:spcAft>
                        <a:buClr>
                          <a:schemeClr val="hlink"/>
                        </a:buClr>
                        <a:buSzPct val="65000"/>
                        <a:buFont typeface="Wingdings" panose="05000000000000000000" pitchFamily="2" charset="2"/>
                        <a:buNone/>
                        <a:tabLst/>
                      </a:pPr>
                      <a:r>
                        <a:rPr kumimoji="0" lang="pt-BR" altLang="pt-BR" sz="1600" b="0" i="0" u="none" strike="noStrike" cap="none" normalizeH="0" baseline="0">
                          <a:ln>
                            <a:noFill/>
                          </a:ln>
                          <a:solidFill>
                            <a:srgbClr val="000000"/>
                          </a:solidFill>
                          <a:effectLst>
                            <a:outerShdw blurRad="38100" dist="38100" dir="2700000" algn="tl">
                              <a:srgbClr val="FFFFFF"/>
                            </a:outerShdw>
                          </a:effectLst>
                          <a:latin typeface="Tahoma" panose="020B0604030504040204" pitchFamily="34" charset="0"/>
                        </a:rPr>
                        <a:t>Coluna 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A4A4D0"/>
                    </a:solidFill>
                  </a:tcPr>
                </a:tc>
                <a:tc>
                  <a:txBody>
                    <a:bodyPr/>
                    <a:lstStyle>
                      <a:lvl1pPr algn="ctr">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FFFFFF"/>
                            </a:outerShdw>
                          </a:effectLst>
                          <a:latin typeface="Tahoma" panose="020B0604030504040204" pitchFamily="34" charset="0"/>
                        </a:defRPr>
                      </a:lvl1pPr>
                      <a:lvl2pPr>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2pPr>
                      <a:lvl3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3pPr>
                      <a:lvl4pPr>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4pPr>
                      <a:lvl5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50000"/>
                        </a:spcAft>
                        <a:buClr>
                          <a:schemeClr val="hlink"/>
                        </a:buClr>
                        <a:buSzPct val="65000"/>
                        <a:buFont typeface="Wingdings" panose="05000000000000000000" pitchFamily="2" charset="2"/>
                        <a:buNone/>
                        <a:tabLst/>
                      </a:pPr>
                      <a:r>
                        <a:rPr kumimoji="0" lang="pt-BR" altLang="pt-BR" sz="1600" b="0" i="0" u="none" strike="noStrike" cap="none" normalizeH="0" baseline="0">
                          <a:ln>
                            <a:noFill/>
                          </a:ln>
                          <a:solidFill>
                            <a:srgbClr val="000000"/>
                          </a:solidFill>
                          <a:effectLst>
                            <a:outerShdw blurRad="38100" dist="38100" dir="2700000" algn="tl">
                              <a:srgbClr val="FFFFFF"/>
                            </a:outerShdw>
                          </a:effectLst>
                          <a:latin typeface="Tahoma" panose="020B0604030504040204" pitchFamily="34" charset="0"/>
                        </a:rPr>
                        <a:t>Coluna 3</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A4A4D0"/>
                    </a:solidFill>
                  </a:tcPr>
                </a:tc>
                <a:extLst>
                  <a:ext uri="{0D108BD9-81ED-4DB2-BD59-A6C34878D82A}">
                    <a16:rowId xmlns:a16="http://schemas.microsoft.com/office/drawing/2014/main" val="10000"/>
                  </a:ext>
                </a:extLst>
              </a:tr>
              <a:tr h="541338">
                <a:tc>
                  <a:txBody>
                    <a:bodyPr/>
                    <a:lstStyle>
                      <a:lvl1pPr algn="ctr">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FFFFFF"/>
                            </a:outerShdw>
                          </a:effectLst>
                          <a:latin typeface="Tahoma" panose="020B0604030504040204" pitchFamily="34" charset="0"/>
                        </a:defRPr>
                      </a:lvl1pPr>
                      <a:lvl2pPr>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2pPr>
                      <a:lvl3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3pPr>
                      <a:lvl4pPr>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4pPr>
                      <a:lvl5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50000"/>
                        </a:spcAft>
                        <a:buClr>
                          <a:schemeClr val="hlink"/>
                        </a:buClr>
                        <a:buSzPct val="65000"/>
                        <a:buFont typeface="Wingdings" panose="05000000000000000000" pitchFamily="2" charset="2"/>
                        <a:buNone/>
                        <a:tabLst/>
                      </a:pPr>
                      <a:r>
                        <a:rPr kumimoji="0" lang="pt-BR" altLang="pt-BR" sz="1600" b="0" i="0" u="none" strike="noStrike" cap="none" normalizeH="0" baseline="0">
                          <a:ln>
                            <a:noFill/>
                          </a:ln>
                          <a:solidFill>
                            <a:srgbClr val="000000"/>
                          </a:solidFill>
                          <a:effectLst>
                            <a:outerShdw blurRad="38100" dist="38100" dir="2700000" algn="tl">
                              <a:srgbClr val="FFFFFF"/>
                            </a:outerShdw>
                          </a:effectLst>
                          <a:latin typeface="Tahoma" panose="020B0604030504040204" pitchFamily="34" charset="0"/>
                        </a:rPr>
                        <a:t>Linha 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A4A4D0"/>
                    </a:solidFill>
                  </a:tcPr>
                </a:tc>
                <a:tc>
                  <a:txBody>
                    <a:bodyPr/>
                    <a:lstStyle>
                      <a:lvl1pPr algn="ctr">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C0C0C0"/>
                            </a:outerShdw>
                          </a:effectLst>
                          <a:latin typeface="Tahoma" panose="020B0604030504040204" pitchFamily="34" charset="0"/>
                        </a:defRPr>
                      </a:lvl1pPr>
                      <a:lvl2pPr>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2pPr>
                      <a:lvl3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3pPr>
                      <a:lvl4pPr>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4pPr>
                      <a:lvl5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50000"/>
                        </a:spcAft>
                        <a:buClr>
                          <a:schemeClr val="hlink"/>
                        </a:buClr>
                        <a:buSzPct val="65000"/>
                        <a:buFont typeface="Wingdings" panose="05000000000000000000" pitchFamily="2" charset="2"/>
                        <a:buNone/>
                        <a:tabLst/>
                      </a:pPr>
                      <a:r>
                        <a:rPr kumimoji="0" lang="pt-BR" altLang="pt-BR" sz="1600" b="0" i="0" u="none" strike="noStrike" cap="none" normalizeH="0" baseline="0">
                          <a:ln>
                            <a:noFill/>
                          </a:ln>
                          <a:solidFill>
                            <a:srgbClr val="000000"/>
                          </a:solidFill>
                          <a:effectLst>
                            <a:outerShdw blurRad="38100" dist="38100" dir="2700000" algn="tl">
                              <a:srgbClr val="C0C0C0"/>
                            </a:outerShdw>
                          </a:effectLst>
                          <a:latin typeface="Tahoma" panose="020B0604030504040204" pitchFamily="34" charset="0"/>
                        </a:rPr>
                        <a:t>a[0] [0]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ctr">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C0C0C0"/>
                            </a:outerShdw>
                          </a:effectLst>
                          <a:latin typeface="Tahoma" panose="020B0604030504040204" pitchFamily="34" charset="0"/>
                        </a:defRPr>
                      </a:lvl1pPr>
                      <a:lvl2pPr>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2pPr>
                      <a:lvl3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3pPr>
                      <a:lvl4pPr>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4pPr>
                      <a:lvl5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50000"/>
                        </a:spcAft>
                        <a:buClr>
                          <a:schemeClr val="hlink"/>
                        </a:buClr>
                        <a:buSzPct val="65000"/>
                        <a:buFont typeface="Wingdings" panose="05000000000000000000" pitchFamily="2" charset="2"/>
                        <a:buNone/>
                        <a:tabLst/>
                      </a:pPr>
                      <a:r>
                        <a:rPr kumimoji="0" lang="pt-BR" altLang="pt-BR" sz="1600" b="0" i="0" u="none" strike="noStrike" cap="none" normalizeH="0" baseline="0">
                          <a:ln>
                            <a:noFill/>
                          </a:ln>
                          <a:solidFill>
                            <a:srgbClr val="000000"/>
                          </a:solidFill>
                          <a:effectLst>
                            <a:outerShdw blurRad="38100" dist="38100" dir="2700000" algn="tl">
                              <a:srgbClr val="C0C0C0"/>
                            </a:outerShdw>
                          </a:effectLst>
                          <a:latin typeface="Tahoma" panose="020B0604030504040204" pitchFamily="34" charset="0"/>
                        </a:rPr>
                        <a:t>a[0] [1]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ctr">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C0C0C0"/>
                            </a:outerShdw>
                          </a:effectLst>
                          <a:latin typeface="Tahoma" panose="020B0604030504040204" pitchFamily="34" charset="0"/>
                        </a:defRPr>
                      </a:lvl1pPr>
                      <a:lvl2pPr>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2pPr>
                      <a:lvl3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3pPr>
                      <a:lvl4pPr>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4pPr>
                      <a:lvl5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50000"/>
                        </a:spcAft>
                        <a:buClr>
                          <a:schemeClr val="hlink"/>
                        </a:buClr>
                        <a:buSzPct val="65000"/>
                        <a:buFont typeface="Wingdings" panose="05000000000000000000" pitchFamily="2" charset="2"/>
                        <a:buNone/>
                        <a:tabLst/>
                      </a:pPr>
                      <a:r>
                        <a:rPr kumimoji="0" lang="pt-BR" altLang="pt-BR" sz="1600" b="0" i="0" u="none" strike="noStrike" cap="none" normalizeH="0" baseline="0">
                          <a:ln>
                            <a:noFill/>
                          </a:ln>
                          <a:solidFill>
                            <a:srgbClr val="000000"/>
                          </a:solidFill>
                          <a:effectLst>
                            <a:outerShdw blurRad="38100" dist="38100" dir="2700000" algn="tl">
                              <a:srgbClr val="C0C0C0"/>
                            </a:outerShdw>
                          </a:effectLst>
                          <a:latin typeface="Tahoma" panose="020B0604030504040204" pitchFamily="34" charset="0"/>
                        </a:rPr>
                        <a:t>a[0] [2]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ctr">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C0C0C0"/>
                            </a:outerShdw>
                          </a:effectLst>
                          <a:latin typeface="Tahoma" panose="020B0604030504040204" pitchFamily="34" charset="0"/>
                        </a:defRPr>
                      </a:lvl1pPr>
                      <a:lvl2pPr>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2pPr>
                      <a:lvl3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3pPr>
                      <a:lvl4pPr>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4pPr>
                      <a:lvl5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50000"/>
                        </a:spcAft>
                        <a:buClr>
                          <a:schemeClr val="hlink"/>
                        </a:buClr>
                        <a:buSzPct val="65000"/>
                        <a:buFont typeface="Wingdings" panose="05000000000000000000" pitchFamily="2" charset="2"/>
                        <a:buNone/>
                        <a:tabLst/>
                      </a:pPr>
                      <a:r>
                        <a:rPr kumimoji="0" lang="pt-BR" altLang="pt-BR" sz="1600" b="0" i="0" u="none" strike="noStrike" cap="none" normalizeH="0" baseline="0">
                          <a:ln>
                            <a:noFill/>
                          </a:ln>
                          <a:solidFill>
                            <a:srgbClr val="000000"/>
                          </a:solidFill>
                          <a:effectLst>
                            <a:outerShdw blurRad="38100" dist="38100" dir="2700000" algn="tl">
                              <a:srgbClr val="C0C0C0"/>
                            </a:outerShdw>
                          </a:effectLst>
                          <a:latin typeface="Tahoma" panose="020B0604030504040204" pitchFamily="34" charset="0"/>
                        </a:rPr>
                        <a:t>a[0] [3]</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39750">
                <a:tc>
                  <a:txBody>
                    <a:bodyPr/>
                    <a:lstStyle>
                      <a:lvl1pPr algn="ctr">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FFFFFF"/>
                            </a:outerShdw>
                          </a:effectLst>
                          <a:latin typeface="Tahoma" panose="020B0604030504040204" pitchFamily="34" charset="0"/>
                        </a:defRPr>
                      </a:lvl1pPr>
                      <a:lvl2pPr>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2pPr>
                      <a:lvl3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3pPr>
                      <a:lvl4pPr>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4pPr>
                      <a:lvl5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50000"/>
                        </a:spcAft>
                        <a:buClr>
                          <a:schemeClr val="hlink"/>
                        </a:buClr>
                        <a:buSzPct val="65000"/>
                        <a:buFont typeface="Wingdings" panose="05000000000000000000" pitchFamily="2" charset="2"/>
                        <a:buNone/>
                        <a:tabLst/>
                      </a:pPr>
                      <a:r>
                        <a:rPr kumimoji="0" lang="pt-BR" altLang="pt-BR" sz="1600" b="0" i="0" u="none" strike="noStrike" cap="none" normalizeH="0" baseline="0">
                          <a:ln>
                            <a:noFill/>
                          </a:ln>
                          <a:solidFill>
                            <a:srgbClr val="000000"/>
                          </a:solidFill>
                          <a:effectLst>
                            <a:outerShdw blurRad="38100" dist="38100" dir="2700000" algn="tl">
                              <a:srgbClr val="FFFFFF"/>
                            </a:outerShdw>
                          </a:effectLst>
                          <a:latin typeface="Tahoma" panose="020B0604030504040204" pitchFamily="34" charset="0"/>
                        </a:rPr>
                        <a:t>Linha 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A4A4D0"/>
                    </a:solidFill>
                  </a:tcPr>
                </a:tc>
                <a:tc>
                  <a:txBody>
                    <a:bodyPr/>
                    <a:lstStyle>
                      <a:lvl1pPr algn="ctr">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C0C0C0"/>
                            </a:outerShdw>
                          </a:effectLst>
                          <a:latin typeface="Tahoma" panose="020B0604030504040204" pitchFamily="34" charset="0"/>
                        </a:defRPr>
                      </a:lvl1pPr>
                      <a:lvl2pPr>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2pPr>
                      <a:lvl3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3pPr>
                      <a:lvl4pPr>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4pPr>
                      <a:lvl5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50000"/>
                        </a:spcAft>
                        <a:buClr>
                          <a:schemeClr val="hlink"/>
                        </a:buClr>
                        <a:buSzPct val="65000"/>
                        <a:buFont typeface="Wingdings" panose="05000000000000000000" pitchFamily="2" charset="2"/>
                        <a:buNone/>
                        <a:tabLst/>
                      </a:pPr>
                      <a:r>
                        <a:rPr kumimoji="0" lang="pt-BR" altLang="pt-BR" sz="1600" b="0" i="0" u="none" strike="noStrike" cap="none" normalizeH="0" baseline="0">
                          <a:ln>
                            <a:noFill/>
                          </a:ln>
                          <a:solidFill>
                            <a:srgbClr val="000000"/>
                          </a:solidFill>
                          <a:effectLst>
                            <a:outerShdw blurRad="38100" dist="38100" dir="2700000" algn="tl">
                              <a:srgbClr val="C0C0C0"/>
                            </a:outerShdw>
                          </a:effectLst>
                          <a:latin typeface="Tahoma" panose="020B0604030504040204" pitchFamily="34" charset="0"/>
                        </a:rPr>
                        <a:t>a[1] [0]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ctr">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C0C0C0"/>
                            </a:outerShdw>
                          </a:effectLst>
                          <a:latin typeface="Tahoma" panose="020B0604030504040204" pitchFamily="34" charset="0"/>
                        </a:defRPr>
                      </a:lvl1pPr>
                      <a:lvl2pPr>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2pPr>
                      <a:lvl3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3pPr>
                      <a:lvl4pPr>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4pPr>
                      <a:lvl5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50000"/>
                        </a:spcAft>
                        <a:buClr>
                          <a:schemeClr val="hlink"/>
                        </a:buClr>
                        <a:buSzPct val="65000"/>
                        <a:buFont typeface="Wingdings" panose="05000000000000000000" pitchFamily="2" charset="2"/>
                        <a:buNone/>
                        <a:tabLst/>
                      </a:pPr>
                      <a:r>
                        <a:rPr kumimoji="0" lang="pt-BR" altLang="pt-BR" sz="1600" b="0" i="0" u="none" strike="noStrike" cap="none" normalizeH="0" baseline="0">
                          <a:ln>
                            <a:noFill/>
                          </a:ln>
                          <a:solidFill>
                            <a:srgbClr val="000000"/>
                          </a:solidFill>
                          <a:effectLst>
                            <a:outerShdw blurRad="38100" dist="38100" dir="2700000" algn="tl">
                              <a:srgbClr val="C0C0C0"/>
                            </a:outerShdw>
                          </a:effectLst>
                          <a:latin typeface="Tahoma" panose="020B0604030504040204" pitchFamily="34" charset="0"/>
                        </a:rPr>
                        <a:t>a[1] [1]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ctr">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C0C0C0"/>
                            </a:outerShdw>
                          </a:effectLst>
                          <a:latin typeface="Tahoma" panose="020B0604030504040204" pitchFamily="34" charset="0"/>
                        </a:defRPr>
                      </a:lvl1pPr>
                      <a:lvl2pPr>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2pPr>
                      <a:lvl3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3pPr>
                      <a:lvl4pPr>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4pPr>
                      <a:lvl5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50000"/>
                        </a:spcAft>
                        <a:buClr>
                          <a:schemeClr val="hlink"/>
                        </a:buClr>
                        <a:buSzPct val="65000"/>
                        <a:buFont typeface="Wingdings" panose="05000000000000000000" pitchFamily="2" charset="2"/>
                        <a:buNone/>
                        <a:tabLst/>
                      </a:pPr>
                      <a:r>
                        <a:rPr kumimoji="0" lang="pt-BR" altLang="pt-BR" sz="1600" b="0" i="0" u="none" strike="noStrike" cap="none" normalizeH="0" baseline="0">
                          <a:ln>
                            <a:noFill/>
                          </a:ln>
                          <a:solidFill>
                            <a:srgbClr val="000000"/>
                          </a:solidFill>
                          <a:effectLst>
                            <a:outerShdw blurRad="38100" dist="38100" dir="2700000" algn="tl">
                              <a:srgbClr val="C0C0C0"/>
                            </a:outerShdw>
                          </a:effectLst>
                          <a:latin typeface="Tahoma" panose="020B0604030504040204" pitchFamily="34" charset="0"/>
                        </a:rPr>
                        <a:t>a[1] [2]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ctr">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C0C0C0"/>
                            </a:outerShdw>
                          </a:effectLst>
                          <a:latin typeface="Tahoma" panose="020B0604030504040204" pitchFamily="34" charset="0"/>
                        </a:defRPr>
                      </a:lvl1pPr>
                      <a:lvl2pPr>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2pPr>
                      <a:lvl3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3pPr>
                      <a:lvl4pPr>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4pPr>
                      <a:lvl5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50000"/>
                        </a:spcAft>
                        <a:buClr>
                          <a:schemeClr val="hlink"/>
                        </a:buClr>
                        <a:buSzPct val="65000"/>
                        <a:buFont typeface="Wingdings" panose="05000000000000000000" pitchFamily="2" charset="2"/>
                        <a:buNone/>
                        <a:tabLst/>
                      </a:pPr>
                      <a:r>
                        <a:rPr kumimoji="0" lang="pt-BR" altLang="pt-BR" sz="1600" b="0" i="0" u="none" strike="noStrike" cap="none" normalizeH="0" baseline="0">
                          <a:ln>
                            <a:noFill/>
                          </a:ln>
                          <a:solidFill>
                            <a:srgbClr val="000000"/>
                          </a:solidFill>
                          <a:effectLst>
                            <a:outerShdw blurRad="38100" dist="38100" dir="2700000" algn="tl">
                              <a:srgbClr val="C0C0C0"/>
                            </a:outerShdw>
                          </a:effectLst>
                          <a:latin typeface="Tahoma" panose="020B0604030504040204" pitchFamily="34" charset="0"/>
                        </a:rPr>
                        <a:t>a[1] [3]</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39750">
                <a:tc>
                  <a:txBody>
                    <a:bodyPr/>
                    <a:lstStyle>
                      <a:lvl1pPr algn="ctr">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FFFFFF"/>
                            </a:outerShdw>
                          </a:effectLst>
                          <a:latin typeface="Tahoma" panose="020B0604030504040204" pitchFamily="34" charset="0"/>
                        </a:defRPr>
                      </a:lvl1pPr>
                      <a:lvl2pPr>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2pPr>
                      <a:lvl3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3pPr>
                      <a:lvl4pPr>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4pPr>
                      <a:lvl5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50000"/>
                        </a:spcAft>
                        <a:buClr>
                          <a:schemeClr val="hlink"/>
                        </a:buClr>
                        <a:buSzPct val="65000"/>
                        <a:buFont typeface="Wingdings" panose="05000000000000000000" pitchFamily="2" charset="2"/>
                        <a:buNone/>
                        <a:tabLst/>
                      </a:pPr>
                      <a:r>
                        <a:rPr kumimoji="0" lang="pt-BR" altLang="pt-BR" sz="1600" b="0" i="0" u="none" strike="noStrike" cap="none" normalizeH="0" baseline="0">
                          <a:ln>
                            <a:noFill/>
                          </a:ln>
                          <a:solidFill>
                            <a:srgbClr val="000000"/>
                          </a:solidFill>
                          <a:effectLst>
                            <a:outerShdw blurRad="38100" dist="38100" dir="2700000" algn="tl">
                              <a:srgbClr val="FFFFFF"/>
                            </a:outerShdw>
                          </a:effectLst>
                          <a:latin typeface="Tahoma" panose="020B0604030504040204" pitchFamily="34" charset="0"/>
                        </a:rPr>
                        <a:t>Linha 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A4A4D0"/>
                    </a:solidFill>
                  </a:tcPr>
                </a:tc>
                <a:tc>
                  <a:txBody>
                    <a:bodyPr/>
                    <a:lstStyle>
                      <a:lvl1pPr algn="ctr">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C0C0C0"/>
                            </a:outerShdw>
                          </a:effectLst>
                          <a:latin typeface="Tahoma" panose="020B0604030504040204" pitchFamily="34" charset="0"/>
                        </a:defRPr>
                      </a:lvl1pPr>
                      <a:lvl2pPr>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2pPr>
                      <a:lvl3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3pPr>
                      <a:lvl4pPr>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4pPr>
                      <a:lvl5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50000"/>
                        </a:spcAft>
                        <a:buClr>
                          <a:schemeClr val="hlink"/>
                        </a:buClr>
                        <a:buSzPct val="65000"/>
                        <a:buFont typeface="Wingdings" panose="05000000000000000000" pitchFamily="2" charset="2"/>
                        <a:buNone/>
                        <a:tabLst/>
                      </a:pPr>
                      <a:r>
                        <a:rPr kumimoji="0" lang="pt-BR" altLang="pt-BR" sz="1600" b="0" i="0" u="none" strike="noStrike" cap="none" normalizeH="0" baseline="0">
                          <a:ln>
                            <a:noFill/>
                          </a:ln>
                          <a:solidFill>
                            <a:srgbClr val="000000"/>
                          </a:solidFill>
                          <a:effectLst>
                            <a:outerShdw blurRad="38100" dist="38100" dir="2700000" algn="tl">
                              <a:srgbClr val="C0C0C0"/>
                            </a:outerShdw>
                          </a:effectLst>
                          <a:latin typeface="Tahoma" panose="020B0604030504040204" pitchFamily="34" charset="0"/>
                        </a:rPr>
                        <a:t>a[2] [0]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ctr">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C0C0C0"/>
                            </a:outerShdw>
                          </a:effectLst>
                          <a:latin typeface="Tahoma" panose="020B0604030504040204" pitchFamily="34" charset="0"/>
                        </a:defRPr>
                      </a:lvl1pPr>
                      <a:lvl2pPr>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2pPr>
                      <a:lvl3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3pPr>
                      <a:lvl4pPr>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4pPr>
                      <a:lvl5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50000"/>
                        </a:spcAft>
                        <a:buClr>
                          <a:schemeClr val="hlink"/>
                        </a:buClr>
                        <a:buSzPct val="65000"/>
                        <a:buFont typeface="Wingdings" panose="05000000000000000000" pitchFamily="2" charset="2"/>
                        <a:buNone/>
                        <a:tabLst/>
                      </a:pPr>
                      <a:r>
                        <a:rPr kumimoji="0" lang="pt-BR" altLang="pt-BR" sz="1600" b="0" i="0" u="none" strike="noStrike" cap="none" normalizeH="0" baseline="0">
                          <a:ln>
                            <a:noFill/>
                          </a:ln>
                          <a:solidFill>
                            <a:srgbClr val="000000"/>
                          </a:solidFill>
                          <a:effectLst>
                            <a:outerShdw blurRad="38100" dist="38100" dir="2700000" algn="tl">
                              <a:srgbClr val="C0C0C0"/>
                            </a:outerShdw>
                          </a:effectLst>
                          <a:latin typeface="Tahoma" panose="020B0604030504040204" pitchFamily="34" charset="0"/>
                        </a:rPr>
                        <a:t>a[2] [1]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ctr">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C0C0C0"/>
                            </a:outerShdw>
                          </a:effectLst>
                          <a:latin typeface="Tahoma" panose="020B0604030504040204" pitchFamily="34" charset="0"/>
                        </a:defRPr>
                      </a:lvl1pPr>
                      <a:lvl2pPr>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2pPr>
                      <a:lvl3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3pPr>
                      <a:lvl4pPr>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4pPr>
                      <a:lvl5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50000"/>
                        </a:spcAft>
                        <a:buClr>
                          <a:schemeClr val="hlink"/>
                        </a:buClr>
                        <a:buSzPct val="65000"/>
                        <a:buFont typeface="Wingdings" panose="05000000000000000000" pitchFamily="2" charset="2"/>
                        <a:buNone/>
                        <a:tabLst/>
                      </a:pPr>
                      <a:r>
                        <a:rPr kumimoji="0" lang="pt-BR" altLang="pt-BR" sz="1600" b="0" i="0" u="none" strike="noStrike" cap="none" normalizeH="0" baseline="0">
                          <a:ln>
                            <a:noFill/>
                          </a:ln>
                          <a:solidFill>
                            <a:srgbClr val="000000"/>
                          </a:solidFill>
                          <a:effectLst>
                            <a:outerShdw blurRad="38100" dist="38100" dir="2700000" algn="tl">
                              <a:srgbClr val="C0C0C0"/>
                            </a:outerShdw>
                          </a:effectLst>
                          <a:latin typeface="Tahoma" panose="020B0604030504040204" pitchFamily="34" charset="0"/>
                        </a:rPr>
                        <a:t>a[2] [2]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ctr">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C0C0C0"/>
                            </a:outerShdw>
                          </a:effectLst>
                          <a:latin typeface="Tahoma" panose="020B0604030504040204" pitchFamily="34" charset="0"/>
                        </a:defRPr>
                      </a:lvl1pPr>
                      <a:lvl2pPr>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2pPr>
                      <a:lvl3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3pPr>
                      <a:lvl4pPr>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4pPr>
                      <a:lvl5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50000"/>
                        </a:spcAft>
                        <a:buClr>
                          <a:schemeClr val="hlink"/>
                        </a:buClr>
                        <a:buSzPct val="65000"/>
                        <a:buFont typeface="Wingdings" panose="05000000000000000000" pitchFamily="2" charset="2"/>
                        <a:buNone/>
                        <a:tabLst/>
                      </a:pPr>
                      <a:r>
                        <a:rPr kumimoji="0" lang="pt-BR" altLang="pt-BR" sz="1600" b="0" i="0" u="none" strike="noStrike" cap="none" normalizeH="0" baseline="0">
                          <a:ln>
                            <a:noFill/>
                          </a:ln>
                          <a:solidFill>
                            <a:srgbClr val="000000"/>
                          </a:solidFill>
                          <a:effectLst>
                            <a:outerShdw blurRad="38100" dist="38100" dir="2700000" algn="tl">
                              <a:srgbClr val="C0C0C0"/>
                            </a:outerShdw>
                          </a:effectLst>
                          <a:latin typeface="Tahoma" panose="020B0604030504040204" pitchFamily="34" charset="0"/>
                        </a:rPr>
                        <a:t>a[2] [3]</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577070" name="Text Box 110">
            <a:extLst>
              <a:ext uri="{FF2B5EF4-FFF2-40B4-BE49-F238E27FC236}">
                <a16:creationId xmlns:a16="http://schemas.microsoft.com/office/drawing/2014/main" id="{12DB7749-C92A-64EF-1B00-6CE7FA669FFA}"/>
              </a:ext>
            </a:extLst>
          </p:cNvPr>
          <p:cNvSpPr txBox="1">
            <a:spLocks noChangeArrowheads="1"/>
          </p:cNvSpPr>
          <p:nvPr/>
        </p:nvSpPr>
        <p:spPr bwMode="auto">
          <a:xfrm>
            <a:off x="4716464" y="4718051"/>
            <a:ext cx="515937" cy="366713"/>
          </a:xfrm>
          <a:prstGeom prst="rect">
            <a:avLst/>
          </a:prstGeom>
          <a:noFill/>
          <a:ln>
            <a:noFill/>
          </a:ln>
          <a:effectLst/>
        </p:spPr>
        <p:txBody>
          <a:bodyPr wrap="none">
            <a:spAutoFit/>
          </a:bodyPr>
          <a:lstStyle/>
          <a:p>
            <a:pPr>
              <a:defRPr/>
            </a:pPr>
            <a:r>
              <a:rPr lang="pt-BR" altLang="pt-BR">
                <a:solidFill>
                  <a:srgbClr val="CC0000"/>
                </a:solidFill>
                <a:effectLst>
                  <a:outerShdw blurRad="38100" dist="38100" dir="2700000" algn="tl">
                    <a:srgbClr val="C0C0C0"/>
                  </a:outerShdw>
                </a:effectLst>
              </a:rPr>
              <a:t>i   j</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Espaço Reservado para Número de Slide 6">
            <a:extLst>
              <a:ext uri="{FF2B5EF4-FFF2-40B4-BE49-F238E27FC236}">
                <a16:creationId xmlns:a16="http://schemas.microsoft.com/office/drawing/2014/main" id="{E2F05380-6CB1-6A60-ED9C-BDFAAC004D12}"/>
              </a:ext>
            </a:extLst>
          </p:cNvPr>
          <p:cNvSpPr>
            <a:spLocks noGrp="1"/>
          </p:cNvSpPr>
          <p:nvPr>
            <p:ph type="sldNum" sz="quarter" idx="12"/>
          </p:nvPr>
        </p:nvSpPr>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defRPr/>
            </a:pPr>
            <a:fld id="{22F923E2-3C27-49FD-B70C-6B9F7C06E1FA}" type="slidenum">
              <a:rPr lang="pt-BR" altLang="pt-BR" smtClean="0">
                <a:solidFill>
                  <a:srgbClr val="000000"/>
                </a:solidFill>
                <a:latin typeface="Arial" panose="020B0604020202020204" pitchFamily="34" charset="0"/>
              </a:rPr>
              <a:pPr>
                <a:defRPr/>
              </a:pPr>
              <a:t>24</a:t>
            </a:fld>
            <a:endParaRPr lang="pt-BR" altLang="pt-BR">
              <a:solidFill>
                <a:srgbClr val="000000"/>
              </a:solidFill>
              <a:latin typeface="Arial" panose="020B0604020202020204" pitchFamily="34" charset="0"/>
            </a:endParaRPr>
          </a:p>
        </p:txBody>
      </p:sp>
      <p:sp>
        <p:nvSpPr>
          <p:cNvPr id="50179" name="Rectangle 2">
            <a:extLst>
              <a:ext uri="{FF2B5EF4-FFF2-40B4-BE49-F238E27FC236}">
                <a16:creationId xmlns:a16="http://schemas.microsoft.com/office/drawing/2014/main" id="{CECA192B-C704-04AD-080E-98FEC8118ED7}"/>
              </a:ext>
            </a:extLst>
          </p:cNvPr>
          <p:cNvSpPr>
            <a:spLocks noGrp="1" noChangeArrowheads="1"/>
          </p:cNvSpPr>
          <p:nvPr>
            <p:ph type="title"/>
          </p:nvPr>
        </p:nvSpPr>
        <p:spPr/>
        <p:txBody>
          <a:bodyPr/>
          <a:lstStyle/>
          <a:p>
            <a:r>
              <a:rPr lang="pt-BR" altLang="zh-CN" dirty="0">
                <a:effectLst/>
                <a:ea typeface="SimSun" panose="02010600030101010101" pitchFamily="2" charset="-122"/>
              </a:rPr>
              <a:t>6.3 - </a:t>
            </a:r>
            <a:r>
              <a:rPr lang="pt-BR" altLang="zh-CN" dirty="0" err="1">
                <a:effectLst/>
                <a:ea typeface="SimSun" panose="02010600030101010101" pitchFamily="2" charset="-122"/>
              </a:rPr>
              <a:t>Arrays</a:t>
            </a:r>
            <a:r>
              <a:rPr lang="pt-BR" altLang="zh-CN" dirty="0">
                <a:effectLst/>
                <a:ea typeface="SimSun" panose="02010600030101010101" pitchFamily="2" charset="-122"/>
              </a:rPr>
              <a:t> Multidimensionais</a:t>
            </a:r>
            <a:endParaRPr lang="pt-BR" altLang="pt-BR" dirty="0">
              <a:effectLst/>
              <a:ea typeface="SimSun" panose="02010600030101010101" pitchFamily="2" charset="-122"/>
            </a:endParaRPr>
          </a:p>
        </p:txBody>
      </p:sp>
      <p:sp>
        <p:nvSpPr>
          <p:cNvPr id="50180" name="Rectangle 3">
            <a:extLst>
              <a:ext uri="{FF2B5EF4-FFF2-40B4-BE49-F238E27FC236}">
                <a16:creationId xmlns:a16="http://schemas.microsoft.com/office/drawing/2014/main" id="{5568298C-1219-DDE4-8E8A-3E9D813F0D2D}"/>
              </a:ext>
            </a:extLst>
          </p:cNvPr>
          <p:cNvSpPr>
            <a:spLocks noGrp="1" noChangeArrowheads="1"/>
          </p:cNvSpPr>
          <p:nvPr>
            <p:ph type="body" sz="half" idx="1"/>
          </p:nvPr>
        </p:nvSpPr>
        <p:spPr>
          <a:xfrm>
            <a:off x="1981200" y="1557338"/>
            <a:ext cx="8147050" cy="4608512"/>
          </a:xfrm>
        </p:spPr>
        <p:txBody>
          <a:bodyPr/>
          <a:lstStyle/>
          <a:p>
            <a:pPr marL="0" indent="0" algn="l">
              <a:buFont typeface="Wingdings" panose="05000000000000000000" pitchFamily="2" charset="2"/>
              <a:buChar char="n"/>
            </a:pPr>
            <a:r>
              <a:rPr lang="pt-BR" altLang="zh-CN">
                <a:effectLst/>
                <a:ea typeface="SimSun" panose="02010600030101010101" pitchFamily="2" charset="-122"/>
              </a:rPr>
              <a:t> </a:t>
            </a:r>
            <a:r>
              <a:rPr lang="pt-BR" altLang="zh-CN" sz="1600">
                <a:effectLst/>
                <a:ea typeface="SimSun" panose="02010600030101010101" pitchFamily="2" charset="-122"/>
              </a:rPr>
              <a:t>  </a:t>
            </a:r>
            <a:r>
              <a:rPr lang="pt-BR" altLang="zh-CN">
                <a:effectLst/>
                <a:ea typeface="SimSun" panose="02010600030101010101" pitchFamily="2" charset="-122"/>
              </a:rPr>
              <a:t>Nesta tabela representamos as notas de 4 alunos em 3 provas diferentes (matemática, física e química, por exemplo). </a:t>
            </a:r>
          </a:p>
          <a:p>
            <a:pPr marL="0" indent="0" algn="l">
              <a:buFont typeface="Wingdings" panose="05000000000000000000" pitchFamily="2" charset="2"/>
              <a:buChar char="n"/>
            </a:pPr>
            <a:r>
              <a:rPr lang="pt-BR" altLang="zh-CN">
                <a:effectLst/>
                <a:ea typeface="SimSun" panose="02010600030101010101" pitchFamily="2" charset="-122"/>
              </a:rPr>
              <a:t>   O nome </a:t>
            </a:r>
            <a:r>
              <a:rPr lang="pt-BR" altLang="zh-CN" b="1">
                <a:effectLst/>
                <a:ea typeface="SimSun" panose="02010600030101010101" pitchFamily="2" charset="-122"/>
              </a:rPr>
              <a:t>nota</a:t>
            </a:r>
            <a:r>
              <a:rPr lang="pt-BR" altLang="zh-CN">
                <a:effectLst/>
                <a:ea typeface="SimSun" panose="02010600030101010101" pitchFamily="2" charset="-122"/>
              </a:rPr>
              <a:t> é o </a:t>
            </a:r>
            <a:r>
              <a:rPr lang="pt-BR" altLang="zh-CN" b="1">
                <a:effectLst/>
                <a:ea typeface="SimSun" panose="02010600030101010101" pitchFamily="2" charset="-122"/>
              </a:rPr>
              <a:t>nome do conjunto</a:t>
            </a:r>
            <a:r>
              <a:rPr lang="pt-BR" altLang="zh-CN">
                <a:effectLst/>
                <a:ea typeface="SimSun" panose="02010600030101010101" pitchFamily="2" charset="-122"/>
              </a:rPr>
              <a:t>, assim podemos dizer que a nota do 4o. aluno na 2a. prova é 8.9 ou representar nota[3,1] = 8.9</a:t>
            </a:r>
          </a:p>
        </p:txBody>
      </p:sp>
      <p:graphicFrame>
        <p:nvGraphicFramePr>
          <p:cNvPr id="1552457" name="Group 73">
            <a:extLst>
              <a:ext uri="{FF2B5EF4-FFF2-40B4-BE49-F238E27FC236}">
                <a16:creationId xmlns:a16="http://schemas.microsoft.com/office/drawing/2014/main" id="{0794F3DE-F0EF-B369-53A5-677ACB095D25}"/>
              </a:ext>
            </a:extLst>
          </p:cNvPr>
          <p:cNvGraphicFramePr>
            <a:graphicFrameLocks noGrp="1"/>
          </p:cNvGraphicFramePr>
          <p:nvPr>
            <p:ph sz="half" idx="2"/>
          </p:nvPr>
        </p:nvGraphicFramePr>
        <p:xfrm>
          <a:off x="3287713" y="3502025"/>
          <a:ext cx="6229350" cy="2522538"/>
        </p:xfrm>
        <a:graphic>
          <a:graphicData uri="http://schemas.openxmlformats.org/drawingml/2006/table">
            <a:tbl>
              <a:tblPr/>
              <a:tblGrid>
                <a:gridCol w="1557337">
                  <a:extLst>
                    <a:ext uri="{9D8B030D-6E8A-4147-A177-3AD203B41FA5}">
                      <a16:colId xmlns:a16="http://schemas.microsoft.com/office/drawing/2014/main" val="20000"/>
                    </a:ext>
                  </a:extLst>
                </a:gridCol>
                <a:gridCol w="1558925">
                  <a:extLst>
                    <a:ext uri="{9D8B030D-6E8A-4147-A177-3AD203B41FA5}">
                      <a16:colId xmlns:a16="http://schemas.microsoft.com/office/drawing/2014/main" val="20001"/>
                    </a:ext>
                  </a:extLst>
                </a:gridCol>
                <a:gridCol w="1554163">
                  <a:extLst>
                    <a:ext uri="{9D8B030D-6E8A-4147-A177-3AD203B41FA5}">
                      <a16:colId xmlns:a16="http://schemas.microsoft.com/office/drawing/2014/main" val="20002"/>
                    </a:ext>
                  </a:extLst>
                </a:gridCol>
                <a:gridCol w="1558925">
                  <a:extLst>
                    <a:ext uri="{9D8B030D-6E8A-4147-A177-3AD203B41FA5}">
                      <a16:colId xmlns:a16="http://schemas.microsoft.com/office/drawing/2014/main" val="20003"/>
                    </a:ext>
                  </a:extLst>
                </a:gridCol>
              </a:tblGrid>
              <a:tr h="579193">
                <a:tc>
                  <a:txBody>
                    <a:bodyPr/>
                    <a:lstStyle>
                      <a:lvl1pPr algn="ctr">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FFFFFF"/>
                            </a:outerShdw>
                          </a:effectLst>
                          <a:latin typeface="Tahoma" panose="020B0604030504040204" pitchFamily="34" charset="0"/>
                        </a:defRPr>
                      </a:lvl1pPr>
                      <a:lvl2pPr>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2pPr>
                      <a:lvl3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3pPr>
                      <a:lvl4pPr>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4pPr>
                      <a:lvl5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
                          <a:schemeClr val="hlink"/>
                        </a:buClr>
                        <a:buSzPct val="65000"/>
                        <a:buFont typeface="Wingdings" panose="05000000000000000000" pitchFamily="2" charset="2"/>
                        <a:buNone/>
                        <a:tabLst/>
                      </a:pPr>
                      <a:r>
                        <a:rPr kumimoji="0" lang="pt-BR" altLang="pt-BR" sz="1600" b="0" i="0" u="sng" strike="noStrike" cap="none" normalizeH="0" baseline="0" dirty="0">
                          <a:ln>
                            <a:noFill/>
                          </a:ln>
                          <a:solidFill>
                            <a:srgbClr val="000000"/>
                          </a:solidFill>
                          <a:effectLst>
                            <a:outerShdw blurRad="38100" dist="38100" dir="2700000" algn="tl">
                              <a:srgbClr val="FFFFFF"/>
                            </a:outerShdw>
                          </a:effectLst>
                          <a:latin typeface="Tahoma" panose="020B0604030504040204" pitchFamily="34" charset="0"/>
                        </a:rPr>
                        <a:t>__ Disciplina__</a:t>
                      </a:r>
                    </a:p>
                    <a:p>
                      <a:pPr marL="0" marR="0" lvl="0" indent="0" algn="ctr" defTabSz="914400" rtl="0" eaLnBrk="1" fontAlgn="base" latinLnBrk="0" hangingPunct="1">
                        <a:lnSpc>
                          <a:spcPct val="100000"/>
                        </a:lnSpc>
                        <a:spcBef>
                          <a:spcPct val="0"/>
                        </a:spcBef>
                        <a:spcAft>
                          <a:spcPct val="0"/>
                        </a:spcAft>
                        <a:buClr>
                          <a:schemeClr val="hlink"/>
                        </a:buClr>
                        <a:buSzPct val="65000"/>
                        <a:buFont typeface="Wingdings" panose="05000000000000000000" pitchFamily="2" charset="2"/>
                        <a:buNone/>
                        <a:tabLst/>
                      </a:pPr>
                      <a:r>
                        <a:rPr kumimoji="0" lang="pt-BR" altLang="pt-BR" sz="1600" b="0" i="0" u="none" strike="noStrike" cap="none" normalizeH="0" baseline="0" dirty="0">
                          <a:ln>
                            <a:noFill/>
                          </a:ln>
                          <a:solidFill>
                            <a:srgbClr val="000000"/>
                          </a:solidFill>
                          <a:effectLst>
                            <a:outerShdw blurRad="38100" dist="38100" dir="2700000" algn="tl">
                              <a:srgbClr val="FFFFFF"/>
                            </a:outerShdw>
                          </a:effectLst>
                          <a:latin typeface="Tahoma" panose="020B0604030504040204" pitchFamily="34" charset="0"/>
                        </a:rPr>
                        <a:t>Alunos </a:t>
                      </a:r>
                    </a:p>
                  </a:txBody>
                  <a:tcPr marT="45726" marB="45726" horzOverflow="overflow">
                    <a:lnL cap="flat">
                      <a:noFill/>
                    </a:lnL>
                    <a:lnR w="12700" cap="flat" cmpd="sng" algn="ctr">
                      <a:solidFill>
                        <a:srgbClr val="000000"/>
                      </a:solidFill>
                      <a:prstDash val="solid"/>
                      <a:round/>
                      <a:headEnd type="none" w="med" len="med"/>
                      <a:tailEnd type="none" w="med" len="med"/>
                    </a:lnR>
                    <a:lnT cap="flat">
                      <a:noFill/>
                    </a:lnT>
                    <a:lnB w="12700" cap="flat" cmpd="sng" algn="ctr">
                      <a:solidFill>
                        <a:srgbClr val="000000"/>
                      </a:solidFill>
                      <a:prstDash val="solid"/>
                      <a:round/>
                      <a:headEnd type="none" w="med" len="med"/>
                      <a:tailEnd type="none" w="med" len="med"/>
                    </a:lnB>
                    <a:lnTlToBr>
                      <a:noFill/>
                    </a:lnTlToBr>
                    <a:lnBlToTr>
                      <a:noFill/>
                    </a:lnBlToTr>
                    <a:solidFill>
                      <a:srgbClr val="ECFB79"/>
                    </a:solidFill>
                  </a:tcPr>
                </a:tc>
                <a:tc>
                  <a:txBody>
                    <a:bodyPr/>
                    <a:lstStyle>
                      <a:lvl1pPr algn="ctr">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FFFFFF"/>
                            </a:outerShdw>
                          </a:effectLst>
                          <a:latin typeface="Tahoma" panose="020B0604030504040204" pitchFamily="34" charset="0"/>
                        </a:defRPr>
                      </a:lvl1pPr>
                      <a:lvl2pPr>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2pPr>
                      <a:lvl3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3pPr>
                      <a:lvl4pPr>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4pPr>
                      <a:lvl5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
                          <a:schemeClr val="hlink"/>
                        </a:buClr>
                        <a:buSzPct val="65000"/>
                        <a:buFont typeface="Wingdings" panose="05000000000000000000" pitchFamily="2" charset="2"/>
                        <a:buNone/>
                        <a:tabLst/>
                      </a:pPr>
                      <a:r>
                        <a:rPr kumimoji="0" lang="pt-BR" altLang="pt-BR" sz="1600" b="0" i="0" u="none" strike="noStrike" cap="none" normalizeH="0" baseline="0">
                          <a:ln>
                            <a:noFill/>
                          </a:ln>
                          <a:solidFill>
                            <a:srgbClr val="000000"/>
                          </a:solidFill>
                          <a:effectLst>
                            <a:outerShdw blurRad="38100" dist="38100" dir="2700000" algn="tl">
                              <a:srgbClr val="FFFFFF"/>
                            </a:outerShdw>
                          </a:effectLst>
                          <a:latin typeface="Tahoma" panose="020B0604030504040204" pitchFamily="34" charset="0"/>
                        </a:rPr>
                        <a:t>Coluna 0</a:t>
                      </a:r>
                    </a:p>
                    <a:p>
                      <a:pPr marL="0" marR="0" lvl="0" indent="0" algn="ctr" defTabSz="914400" rtl="0" eaLnBrk="1" fontAlgn="base" latinLnBrk="0" hangingPunct="1">
                        <a:lnSpc>
                          <a:spcPct val="100000"/>
                        </a:lnSpc>
                        <a:spcBef>
                          <a:spcPct val="0"/>
                        </a:spcBef>
                        <a:spcAft>
                          <a:spcPct val="0"/>
                        </a:spcAft>
                        <a:buClr>
                          <a:schemeClr val="hlink"/>
                        </a:buClr>
                        <a:buSzPct val="65000"/>
                        <a:buFont typeface="Wingdings" panose="05000000000000000000" pitchFamily="2" charset="2"/>
                        <a:buNone/>
                        <a:tabLst/>
                      </a:pPr>
                      <a:r>
                        <a:rPr kumimoji="0" lang="pt-BR" altLang="pt-BR" sz="1600" b="0" i="0" u="none" strike="noStrike" cap="none" normalizeH="0" baseline="0">
                          <a:ln>
                            <a:noFill/>
                          </a:ln>
                          <a:solidFill>
                            <a:srgbClr val="000000"/>
                          </a:solidFill>
                          <a:effectLst>
                            <a:outerShdw blurRad="38100" dist="38100" dir="2700000" algn="tl">
                              <a:srgbClr val="FFFFFF"/>
                            </a:outerShdw>
                          </a:effectLst>
                          <a:latin typeface="Tahoma" panose="020B0604030504040204" pitchFamily="34" charset="0"/>
                        </a:rPr>
                        <a:t>(Mat)</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A4A4D0"/>
                    </a:solidFill>
                  </a:tcPr>
                </a:tc>
                <a:tc>
                  <a:txBody>
                    <a:bodyPr/>
                    <a:lstStyle>
                      <a:lvl1pPr algn="ctr">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FFFFFF"/>
                            </a:outerShdw>
                          </a:effectLst>
                          <a:latin typeface="Tahoma" panose="020B0604030504040204" pitchFamily="34" charset="0"/>
                        </a:defRPr>
                      </a:lvl1pPr>
                      <a:lvl2pPr>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2pPr>
                      <a:lvl3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3pPr>
                      <a:lvl4pPr>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4pPr>
                      <a:lvl5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
                          <a:schemeClr val="hlink"/>
                        </a:buClr>
                        <a:buSzPct val="65000"/>
                        <a:buFont typeface="Wingdings" panose="05000000000000000000" pitchFamily="2" charset="2"/>
                        <a:buNone/>
                        <a:tabLst/>
                      </a:pPr>
                      <a:r>
                        <a:rPr kumimoji="0" lang="pt-BR" altLang="pt-BR" sz="1600" b="0" i="0" u="none" strike="noStrike" cap="none" normalizeH="0" baseline="0">
                          <a:ln>
                            <a:noFill/>
                          </a:ln>
                          <a:solidFill>
                            <a:srgbClr val="000000"/>
                          </a:solidFill>
                          <a:effectLst>
                            <a:outerShdw blurRad="38100" dist="38100" dir="2700000" algn="tl">
                              <a:srgbClr val="FFFFFF"/>
                            </a:outerShdw>
                          </a:effectLst>
                          <a:latin typeface="Tahoma" panose="020B0604030504040204" pitchFamily="34" charset="0"/>
                        </a:rPr>
                        <a:t>Coluna 1</a:t>
                      </a:r>
                    </a:p>
                    <a:p>
                      <a:pPr marL="0" marR="0" lvl="0" indent="0" algn="ctr" defTabSz="914400" rtl="0" eaLnBrk="1" fontAlgn="base" latinLnBrk="0" hangingPunct="1">
                        <a:lnSpc>
                          <a:spcPct val="100000"/>
                        </a:lnSpc>
                        <a:spcBef>
                          <a:spcPct val="0"/>
                        </a:spcBef>
                        <a:spcAft>
                          <a:spcPct val="0"/>
                        </a:spcAft>
                        <a:buClr>
                          <a:schemeClr val="hlink"/>
                        </a:buClr>
                        <a:buSzPct val="65000"/>
                        <a:buFont typeface="Wingdings" panose="05000000000000000000" pitchFamily="2" charset="2"/>
                        <a:buNone/>
                        <a:tabLst/>
                      </a:pPr>
                      <a:r>
                        <a:rPr kumimoji="0" lang="pt-BR" altLang="pt-BR" sz="1600" b="0" i="0" u="none" strike="noStrike" cap="none" normalizeH="0" baseline="0">
                          <a:ln>
                            <a:noFill/>
                          </a:ln>
                          <a:solidFill>
                            <a:srgbClr val="000000"/>
                          </a:solidFill>
                          <a:effectLst>
                            <a:outerShdw blurRad="38100" dist="38100" dir="2700000" algn="tl">
                              <a:srgbClr val="FFFFFF"/>
                            </a:outerShdw>
                          </a:effectLst>
                          <a:latin typeface="Tahoma" panose="020B0604030504040204" pitchFamily="34" charset="0"/>
                        </a:rPr>
                        <a:t>(Fís.)</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A4A4D0"/>
                    </a:solidFill>
                  </a:tcPr>
                </a:tc>
                <a:tc>
                  <a:txBody>
                    <a:bodyPr/>
                    <a:lstStyle>
                      <a:lvl1pPr algn="ctr">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FFFFFF"/>
                            </a:outerShdw>
                          </a:effectLst>
                          <a:latin typeface="Tahoma" panose="020B0604030504040204" pitchFamily="34" charset="0"/>
                        </a:defRPr>
                      </a:lvl1pPr>
                      <a:lvl2pPr>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2pPr>
                      <a:lvl3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3pPr>
                      <a:lvl4pPr>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4pPr>
                      <a:lvl5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
                          <a:schemeClr val="hlink"/>
                        </a:buClr>
                        <a:buSzPct val="65000"/>
                        <a:buFont typeface="Wingdings" panose="05000000000000000000" pitchFamily="2" charset="2"/>
                        <a:buNone/>
                        <a:tabLst/>
                      </a:pPr>
                      <a:r>
                        <a:rPr kumimoji="0" lang="pt-BR" altLang="pt-BR" sz="1600" b="0" i="0" u="none" strike="noStrike" cap="none" normalizeH="0" baseline="0">
                          <a:ln>
                            <a:noFill/>
                          </a:ln>
                          <a:solidFill>
                            <a:srgbClr val="000000"/>
                          </a:solidFill>
                          <a:effectLst>
                            <a:outerShdw blurRad="38100" dist="38100" dir="2700000" algn="tl">
                              <a:srgbClr val="FFFFFF"/>
                            </a:outerShdw>
                          </a:effectLst>
                          <a:latin typeface="Tahoma" panose="020B0604030504040204" pitchFamily="34" charset="0"/>
                        </a:rPr>
                        <a:t>Coluna 2</a:t>
                      </a:r>
                    </a:p>
                    <a:p>
                      <a:pPr marL="0" marR="0" lvl="0" indent="0" algn="ctr" defTabSz="914400" rtl="0" eaLnBrk="1" fontAlgn="base" latinLnBrk="0" hangingPunct="1">
                        <a:lnSpc>
                          <a:spcPct val="100000"/>
                        </a:lnSpc>
                        <a:spcBef>
                          <a:spcPct val="0"/>
                        </a:spcBef>
                        <a:spcAft>
                          <a:spcPct val="0"/>
                        </a:spcAft>
                        <a:buClr>
                          <a:schemeClr val="hlink"/>
                        </a:buClr>
                        <a:buSzPct val="65000"/>
                        <a:buFont typeface="Wingdings" panose="05000000000000000000" pitchFamily="2" charset="2"/>
                        <a:buNone/>
                        <a:tabLst/>
                      </a:pPr>
                      <a:r>
                        <a:rPr kumimoji="0" lang="pt-BR" altLang="pt-BR" sz="1600" b="0" i="0" u="none" strike="noStrike" cap="none" normalizeH="0" baseline="0">
                          <a:ln>
                            <a:noFill/>
                          </a:ln>
                          <a:solidFill>
                            <a:srgbClr val="000000"/>
                          </a:solidFill>
                          <a:effectLst>
                            <a:outerShdw blurRad="38100" dist="38100" dir="2700000" algn="tl">
                              <a:srgbClr val="FFFFFF"/>
                            </a:outerShdw>
                          </a:effectLst>
                          <a:latin typeface="Tahoma" panose="020B0604030504040204" pitchFamily="34" charset="0"/>
                        </a:rPr>
                        <a:t>(Quím)</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A4A4D0"/>
                    </a:solidFill>
                  </a:tcPr>
                </a:tc>
                <a:extLst>
                  <a:ext uri="{0D108BD9-81ED-4DB2-BD59-A6C34878D82A}">
                    <a16:rowId xmlns:a16="http://schemas.microsoft.com/office/drawing/2014/main" val="10000"/>
                  </a:ext>
                </a:extLst>
              </a:tr>
              <a:tr h="487424">
                <a:tc>
                  <a:txBody>
                    <a:bodyPr/>
                    <a:lstStyle>
                      <a:lvl1pPr algn="ctr">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FFFFFF"/>
                            </a:outerShdw>
                          </a:effectLst>
                          <a:latin typeface="Tahoma" panose="020B0604030504040204" pitchFamily="34" charset="0"/>
                        </a:defRPr>
                      </a:lvl1pPr>
                      <a:lvl2pPr>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2pPr>
                      <a:lvl3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3pPr>
                      <a:lvl4pPr>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4pPr>
                      <a:lvl5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50000"/>
                        </a:spcAft>
                        <a:buClr>
                          <a:schemeClr val="hlink"/>
                        </a:buClr>
                        <a:buSzPct val="65000"/>
                        <a:buFont typeface="Wingdings" panose="05000000000000000000" pitchFamily="2" charset="2"/>
                        <a:buNone/>
                        <a:tabLst/>
                      </a:pPr>
                      <a:r>
                        <a:rPr kumimoji="0" lang="pt-BR" altLang="pt-BR" sz="1600" b="0" i="0" u="none" strike="noStrike" cap="none" normalizeH="0" baseline="0">
                          <a:ln>
                            <a:noFill/>
                          </a:ln>
                          <a:solidFill>
                            <a:srgbClr val="000000"/>
                          </a:solidFill>
                          <a:effectLst>
                            <a:outerShdw blurRad="38100" dist="38100" dir="2700000" algn="tl">
                              <a:srgbClr val="FFFFFF"/>
                            </a:outerShdw>
                          </a:effectLst>
                          <a:latin typeface="Tahoma" panose="020B0604030504040204" pitchFamily="34" charset="0"/>
                        </a:rPr>
                        <a:t>Linha 0</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A4A4D0"/>
                    </a:solidFill>
                  </a:tcPr>
                </a:tc>
                <a:tc>
                  <a:txBody>
                    <a:bodyPr/>
                    <a:lstStyle>
                      <a:lvl1pPr algn="ctr">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C0C0C0"/>
                            </a:outerShdw>
                          </a:effectLst>
                          <a:latin typeface="Tahoma" panose="020B0604030504040204" pitchFamily="34" charset="0"/>
                        </a:defRPr>
                      </a:lvl1pPr>
                      <a:lvl2pPr>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2pPr>
                      <a:lvl3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3pPr>
                      <a:lvl4pPr>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4pPr>
                      <a:lvl5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50000"/>
                        </a:spcAft>
                        <a:buClr>
                          <a:schemeClr val="hlink"/>
                        </a:buClr>
                        <a:buSzPct val="65000"/>
                        <a:buFont typeface="Wingdings" panose="05000000000000000000" pitchFamily="2" charset="2"/>
                        <a:buNone/>
                        <a:tabLst/>
                      </a:pPr>
                      <a:r>
                        <a:rPr kumimoji="0" lang="pt-BR" altLang="pt-BR" sz="2000" b="0" i="0" u="none" strike="noStrike" cap="none" normalizeH="0" baseline="0">
                          <a:ln>
                            <a:noFill/>
                          </a:ln>
                          <a:solidFill>
                            <a:srgbClr val="000000"/>
                          </a:solidFill>
                          <a:effectLst>
                            <a:outerShdw blurRad="38100" dist="38100" dir="2700000" algn="tl">
                              <a:srgbClr val="C0C0C0"/>
                            </a:outerShdw>
                          </a:effectLst>
                          <a:latin typeface="Tahoma" panose="020B0604030504040204" pitchFamily="34" charset="0"/>
                        </a:rPr>
                        <a:t>8.4</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ctr">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C0C0C0"/>
                            </a:outerShdw>
                          </a:effectLst>
                          <a:latin typeface="Tahoma" panose="020B0604030504040204" pitchFamily="34" charset="0"/>
                        </a:defRPr>
                      </a:lvl1pPr>
                      <a:lvl2pPr>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2pPr>
                      <a:lvl3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3pPr>
                      <a:lvl4pPr>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4pPr>
                      <a:lvl5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50000"/>
                        </a:spcAft>
                        <a:buClr>
                          <a:schemeClr val="hlink"/>
                        </a:buClr>
                        <a:buSzPct val="65000"/>
                        <a:buFont typeface="Wingdings" panose="05000000000000000000" pitchFamily="2" charset="2"/>
                        <a:buNone/>
                        <a:tabLst/>
                      </a:pPr>
                      <a:r>
                        <a:rPr kumimoji="0" lang="pt-BR" altLang="pt-BR" sz="2000" b="0" i="0" u="none" strike="noStrike" cap="none" normalizeH="0" baseline="0">
                          <a:ln>
                            <a:noFill/>
                          </a:ln>
                          <a:solidFill>
                            <a:srgbClr val="000000"/>
                          </a:solidFill>
                          <a:effectLst>
                            <a:outerShdw blurRad="38100" dist="38100" dir="2700000" algn="tl">
                              <a:srgbClr val="C0C0C0"/>
                            </a:outerShdw>
                          </a:effectLst>
                          <a:latin typeface="Tahoma" panose="020B0604030504040204" pitchFamily="34" charset="0"/>
                        </a:rPr>
                        <a:t>7.4</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ctr">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C0C0C0"/>
                            </a:outerShdw>
                          </a:effectLst>
                          <a:latin typeface="Tahoma" panose="020B0604030504040204" pitchFamily="34" charset="0"/>
                        </a:defRPr>
                      </a:lvl1pPr>
                      <a:lvl2pPr>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2pPr>
                      <a:lvl3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3pPr>
                      <a:lvl4pPr>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4pPr>
                      <a:lvl5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50000"/>
                        </a:spcAft>
                        <a:buClr>
                          <a:schemeClr val="hlink"/>
                        </a:buClr>
                        <a:buSzPct val="65000"/>
                        <a:buFont typeface="Wingdings" panose="05000000000000000000" pitchFamily="2" charset="2"/>
                        <a:buNone/>
                        <a:tabLst/>
                      </a:pPr>
                      <a:r>
                        <a:rPr kumimoji="0" lang="pt-BR" altLang="pt-BR" sz="2000" b="0" i="0" u="none" strike="noStrike" cap="none" normalizeH="0" baseline="0">
                          <a:ln>
                            <a:noFill/>
                          </a:ln>
                          <a:solidFill>
                            <a:srgbClr val="000000"/>
                          </a:solidFill>
                          <a:effectLst>
                            <a:outerShdw blurRad="38100" dist="38100" dir="2700000" algn="tl">
                              <a:srgbClr val="C0C0C0"/>
                            </a:outerShdw>
                          </a:effectLst>
                          <a:latin typeface="Tahoma" panose="020B0604030504040204" pitchFamily="34" charset="0"/>
                        </a:rPr>
                        <a:t>5.7</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5836">
                <a:tc>
                  <a:txBody>
                    <a:bodyPr/>
                    <a:lstStyle>
                      <a:lvl1pPr algn="ctr">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FFFFFF"/>
                            </a:outerShdw>
                          </a:effectLst>
                          <a:latin typeface="Tahoma" panose="020B0604030504040204" pitchFamily="34" charset="0"/>
                        </a:defRPr>
                      </a:lvl1pPr>
                      <a:lvl2pPr>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2pPr>
                      <a:lvl3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3pPr>
                      <a:lvl4pPr>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4pPr>
                      <a:lvl5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50000"/>
                        </a:spcAft>
                        <a:buClr>
                          <a:schemeClr val="hlink"/>
                        </a:buClr>
                        <a:buSzPct val="65000"/>
                        <a:buFont typeface="Wingdings" panose="05000000000000000000" pitchFamily="2" charset="2"/>
                        <a:buNone/>
                        <a:tabLst/>
                      </a:pPr>
                      <a:r>
                        <a:rPr kumimoji="0" lang="pt-BR" altLang="pt-BR" sz="1600" b="0" i="0" u="none" strike="noStrike" cap="none" normalizeH="0" baseline="0">
                          <a:ln>
                            <a:noFill/>
                          </a:ln>
                          <a:solidFill>
                            <a:srgbClr val="000000"/>
                          </a:solidFill>
                          <a:effectLst>
                            <a:outerShdw blurRad="38100" dist="38100" dir="2700000" algn="tl">
                              <a:srgbClr val="FFFFFF"/>
                            </a:outerShdw>
                          </a:effectLst>
                          <a:latin typeface="Tahoma" panose="020B0604030504040204" pitchFamily="34" charset="0"/>
                        </a:rPr>
                        <a:t>Linha 1</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A4A4D0"/>
                    </a:solidFill>
                  </a:tcPr>
                </a:tc>
                <a:tc>
                  <a:txBody>
                    <a:bodyPr/>
                    <a:lstStyle>
                      <a:lvl1pPr algn="ctr">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C0C0C0"/>
                            </a:outerShdw>
                          </a:effectLst>
                          <a:latin typeface="Tahoma" panose="020B0604030504040204" pitchFamily="34" charset="0"/>
                        </a:defRPr>
                      </a:lvl1pPr>
                      <a:lvl2pPr>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2pPr>
                      <a:lvl3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3pPr>
                      <a:lvl4pPr>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4pPr>
                      <a:lvl5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50000"/>
                        </a:spcAft>
                        <a:buClr>
                          <a:schemeClr val="hlink"/>
                        </a:buClr>
                        <a:buSzPct val="65000"/>
                        <a:buFont typeface="Wingdings" panose="05000000000000000000" pitchFamily="2" charset="2"/>
                        <a:buNone/>
                        <a:tabLst/>
                      </a:pPr>
                      <a:r>
                        <a:rPr kumimoji="0" lang="pt-BR" altLang="pt-BR" sz="2000" b="0" i="0" u="none" strike="noStrike" cap="none" normalizeH="0" baseline="0">
                          <a:ln>
                            <a:noFill/>
                          </a:ln>
                          <a:solidFill>
                            <a:srgbClr val="000000"/>
                          </a:solidFill>
                          <a:effectLst>
                            <a:outerShdw blurRad="38100" dist="38100" dir="2700000" algn="tl">
                              <a:srgbClr val="C0C0C0"/>
                            </a:outerShdw>
                          </a:effectLst>
                          <a:latin typeface="Tahoma" panose="020B0604030504040204" pitchFamily="34" charset="0"/>
                        </a:rPr>
                        <a:t>6.9</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ctr">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C0C0C0"/>
                            </a:outerShdw>
                          </a:effectLst>
                          <a:latin typeface="Tahoma" panose="020B0604030504040204" pitchFamily="34" charset="0"/>
                        </a:defRPr>
                      </a:lvl1pPr>
                      <a:lvl2pPr>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2pPr>
                      <a:lvl3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3pPr>
                      <a:lvl4pPr>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4pPr>
                      <a:lvl5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50000"/>
                        </a:spcAft>
                        <a:buClr>
                          <a:schemeClr val="hlink"/>
                        </a:buClr>
                        <a:buSzPct val="65000"/>
                        <a:buFont typeface="Wingdings" panose="05000000000000000000" pitchFamily="2" charset="2"/>
                        <a:buNone/>
                        <a:tabLst/>
                      </a:pPr>
                      <a:r>
                        <a:rPr kumimoji="0" lang="pt-BR" altLang="pt-BR" sz="2000" b="0" i="0" u="none" strike="noStrike" cap="none" normalizeH="0" baseline="0" dirty="0">
                          <a:ln>
                            <a:noFill/>
                          </a:ln>
                          <a:solidFill>
                            <a:srgbClr val="000000"/>
                          </a:solidFill>
                          <a:effectLst>
                            <a:outerShdw blurRad="38100" dist="38100" dir="2700000" algn="tl">
                              <a:srgbClr val="C0C0C0"/>
                            </a:outerShdw>
                          </a:effectLst>
                          <a:latin typeface="Tahoma" panose="020B0604030504040204" pitchFamily="34" charset="0"/>
                        </a:rPr>
                        <a:t>6.7</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ctr">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C0C0C0"/>
                            </a:outerShdw>
                          </a:effectLst>
                          <a:latin typeface="Tahoma" panose="020B0604030504040204" pitchFamily="34" charset="0"/>
                        </a:defRPr>
                      </a:lvl1pPr>
                      <a:lvl2pPr>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2pPr>
                      <a:lvl3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3pPr>
                      <a:lvl4pPr>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4pPr>
                      <a:lvl5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50000"/>
                        </a:spcAft>
                        <a:buClr>
                          <a:schemeClr val="hlink"/>
                        </a:buClr>
                        <a:buSzPct val="65000"/>
                        <a:buFont typeface="Wingdings" panose="05000000000000000000" pitchFamily="2" charset="2"/>
                        <a:buNone/>
                        <a:tabLst/>
                      </a:pPr>
                      <a:r>
                        <a:rPr kumimoji="0" lang="pt-BR" altLang="pt-BR" sz="2000" b="0" i="0" u="none" strike="noStrike" cap="none" normalizeH="0" baseline="0">
                          <a:ln>
                            <a:noFill/>
                          </a:ln>
                          <a:solidFill>
                            <a:srgbClr val="000000"/>
                          </a:solidFill>
                          <a:effectLst>
                            <a:outerShdw blurRad="38100" dist="38100" dir="2700000" algn="tl">
                              <a:srgbClr val="C0C0C0"/>
                            </a:outerShdw>
                          </a:effectLst>
                          <a:latin typeface="Tahoma" panose="020B0604030504040204" pitchFamily="34" charset="0"/>
                        </a:rPr>
                        <a:t>4.9</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84249">
                <a:tc>
                  <a:txBody>
                    <a:bodyPr/>
                    <a:lstStyle>
                      <a:lvl1pPr algn="ctr">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FFFFFF"/>
                            </a:outerShdw>
                          </a:effectLst>
                          <a:latin typeface="Tahoma" panose="020B0604030504040204" pitchFamily="34" charset="0"/>
                        </a:defRPr>
                      </a:lvl1pPr>
                      <a:lvl2pPr>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2pPr>
                      <a:lvl3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3pPr>
                      <a:lvl4pPr>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4pPr>
                      <a:lvl5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50000"/>
                        </a:spcAft>
                        <a:buClr>
                          <a:schemeClr val="hlink"/>
                        </a:buClr>
                        <a:buSzPct val="65000"/>
                        <a:buFont typeface="Wingdings" panose="05000000000000000000" pitchFamily="2" charset="2"/>
                        <a:buNone/>
                        <a:tabLst/>
                      </a:pPr>
                      <a:r>
                        <a:rPr kumimoji="0" lang="pt-BR" altLang="pt-BR" sz="1600" b="0" i="0" u="none" strike="noStrike" cap="none" normalizeH="0" baseline="0">
                          <a:ln>
                            <a:noFill/>
                          </a:ln>
                          <a:solidFill>
                            <a:srgbClr val="000000"/>
                          </a:solidFill>
                          <a:effectLst>
                            <a:outerShdw blurRad="38100" dist="38100" dir="2700000" algn="tl">
                              <a:srgbClr val="FFFFFF"/>
                            </a:outerShdw>
                          </a:effectLst>
                          <a:latin typeface="Tahoma" panose="020B0604030504040204" pitchFamily="34" charset="0"/>
                        </a:rPr>
                        <a:t>Linha 2</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A4A4D0"/>
                    </a:solidFill>
                  </a:tcPr>
                </a:tc>
                <a:tc>
                  <a:txBody>
                    <a:bodyPr/>
                    <a:lstStyle>
                      <a:lvl1pPr algn="ctr">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C0C0C0"/>
                            </a:outerShdw>
                          </a:effectLst>
                          <a:latin typeface="Tahoma" panose="020B0604030504040204" pitchFamily="34" charset="0"/>
                        </a:defRPr>
                      </a:lvl1pPr>
                      <a:lvl2pPr>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2pPr>
                      <a:lvl3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3pPr>
                      <a:lvl4pPr>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4pPr>
                      <a:lvl5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50000"/>
                        </a:spcAft>
                        <a:buClr>
                          <a:schemeClr val="hlink"/>
                        </a:buClr>
                        <a:buSzPct val="65000"/>
                        <a:buFont typeface="Wingdings" panose="05000000000000000000" pitchFamily="2" charset="2"/>
                        <a:buNone/>
                        <a:tabLst/>
                      </a:pPr>
                      <a:r>
                        <a:rPr kumimoji="0" lang="pt-BR" altLang="pt-BR" sz="2000" b="0" i="0" u="none" strike="noStrike" cap="none" normalizeH="0" baseline="0">
                          <a:ln>
                            <a:noFill/>
                          </a:ln>
                          <a:solidFill>
                            <a:srgbClr val="000000"/>
                          </a:solidFill>
                          <a:effectLst>
                            <a:outerShdw blurRad="38100" dist="38100" dir="2700000" algn="tl">
                              <a:srgbClr val="C0C0C0"/>
                            </a:outerShdw>
                          </a:effectLst>
                          <a:latin typeface="Tahoma" panose="020B0604030504040204" pitchFamily="34" charset="0"/>
                        </a:rPr>
                        <a:t>4.5</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ctr">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C0C0C0"/>
                            </a:outerShdw>
                          </a:effectLst>
                          <a:latin typeface="Tahoma" panose="020B0604030504040204" pitchFamily="34" charset="0"/>
                        </a:defRPr>
                      </a:lvl1pPr>
                      <a:lvl2pPr>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2pPr>
                      <a:lvl3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3pPr>
                      <a:lvl4pPr>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4pPr>
                      <a:lvl5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50000"/>
                        </a:spcAft>
                        <a:buClr>
                          <a:schemeClr val="hlink"/>
                        </a:buClr>
                        <a:buSzPct val="65000"/>
                        <a:buFont typeface="Wingdings" panose="05000000000000000000" pitchFamily="2" charset="2"/>
                        <a:buNone/>
                        <a:tabLst/>
                      </a:pPr>
                      <a:r>
                        <a:rPr kumimoji="0" lang="pt-BR" altLang="pt-BR" sz="2000" b="0" i="0" u="none" strike="noStrike" cap="none" normalizeH="0" baseline="0">
                          <a:ln>
                            <a:noFill/>
                          </a:ln>
                          <a:solidFill>
                            <a:srgbClr val="000000"/>
                          </a:solidFill>
                          <a:effectLst>
                            <a:outerShdw blurRad="38100" dist="38100" dir="2700000" algn="tl">
                              <a:srgbClr val="C0C0C0"/>
                            </a:outerShdw>
                          </a:effectLst>
                          <a:latin typeface="Tahoma" panose="020B0604030504040204" pitchFamily="34" charset="0"/>
                        </a:rPr>
                        <a:t>6.4</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ctr">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C0C0C0"/>
                            </a:outerShdw>
                          </a:effectLst>
                          <a:latin typeface="Tahoma" panose="020B0604030504040204" pitchFamily="34" charset="0"/>
                        </a:defRPr>
                      </a:lvl1pPr>
                      <a:lvl2pPr>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2pPr>
                      <a:lvl3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3pPr>
                      <a:lvl4pPr>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4pPr>
                      <a:lvl5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50000"/>
                        </a:spcAft>
                        <a:buClr>
                          <a:schemeClr val="hlink"/>
                        </a:buClr>
                        <a:buSzPct val="65000"/>
                        <a:buFont typeface="Wingdings" panose="05000000000000000000" pitchFamily="2" charset="2"/>
                        <a:buNone/>
                        <a:tabLst/>
                      </a:pPr>
                      <a:r>
                        <a:rPr kumimoji="0" lang="pt-BR" altLang="pt-BR" sz="2000" b="0" i="0" u="none" strike="noStrike" cap="none" normalizeH="0" baseline="0">
                          <a:ln>
                            <a:noFill/>
                          </a:ln>
                          <a:solidFill>
                            <a:srgbClr val="000000"/>
                          </a:solidFill>
                          <a:effectLst>
                            <a:outerShdw blurRad="38100" dist="38100" dir="2700000" algn="tl">
                              <a:srgbClr val="C0C0C0"/>
                            </a:outerShdw>
                          </a:effectLst>
                          <a:latin typeface="Tahoma" panose="020B0604030504040204" pitchFamily="34" charset="0"/>
                        </a:rPr>
                        <a:t>8.6</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5836">
                <a:tc>
                  <a:txBody>
                    <a:bodyPr/>
                    <a:lstStyle>
                      <a:lvl1pPr algn="ctr">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FFFFFF"/>
                            </a:outerShdw>
                          </a:effectLst>
                          <a:latin typeface="Tahoma" panose="020B0604030504040204" pitchFamily="34" charset="0"/>
                        </a:defRPr>
                      </a:lvl1pPr>
                      <a:lvl2pPr>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2pPr>
                      <a:lvl3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3pPr>
                      <a:lvl4pPr>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4pPr>
                      <a:lvl5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50000"/>
                        </a:spcAft>
                        <a:buClr>
                          <a:schemeClr val="hlink"/>
                        </a:buClr>
                        <a:buSzPct val="65000"/>
                        <a:buFont typeface="Wingdings" panose="05000000000000000000" pitchFamily="2" charset="2"/>
                        <a:buNone/>
                        <a:tabLst/>
                      </a:pPr>
                      <a:r>
                        <a:rPr kumimoji="0" lang="pt-BR" altLang="pt-BR" sz="1600" b="0" i="0" u="none" strike="noStrike" cap="none" normalizeH="0" baseline="0">
                          <a:ln>
                            <a:noFill/>
                          </a:ln>
                          <a:solidFill>
                            <a:srgbClr val="000000"/>
                          </a:solidFill>
                          <a:effectLst>
                            <a:outerShdw blurRad="38100" dist="38100" dir="2700000" algn="tl">
                              <a:srgbClr val="FFFFFF"/>
                            </a:outerShdw>
                          </a:effectLst>
                          <a:latin typeface="Tahoma" panose="020B0604030504040204" pitchFamily="34" charset="0"/>
                        </a:rPr>
                        <a:t>Linha 3</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A4A4D0"/>
                    </a:solidFill>
                  </a:tcPr>
                </a:tc>
                <a:tc>
                  <a:txBody>
                    <a:bodyPr/>
                    <a:lstStyle>
                      <a:lvl1pPr algn="ctr">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C0C0C0"/>
                            </a:outerShdw>
                          </a:effectLst>
                          <a:latin typeface="Tahoma" panose="020B0604030504040204" pitchFamily="34" charset="0"/>
                        </a:defRPr>
                      </a:lvl1pPr>
                      <a:lvl2pPr>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2pPr>
                      <a:lvl3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3pPr>
                      <a:lvl4pPr>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4pPr>
                      <a:lvl5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50000"/>
                        </a:spcAft>
                        <a:buClr>
                          <a:schemeClr val="hlink"/>
                        </a:buClr>
                        <a:buSzPct val="65000"/>
                        <a:buFont typeface="Wingdings" panose="05000000000000000000" pitchFamily="2" charset="2"/>
                        <a:buNone/>
                        <a:tabLst/>
                      </a:pPr>
                      <a:r>
                        <a:rPr kumimoji="0" lang="pt-BR" altLang="pt-BR" sz="2000" b="0" i="0" u="none" strike="noStrike" cap="none" normalizeH="0" baseline="0">
                          <a:ln>
                            <a:noFill/>
                          </a:ln>
                          <a:solidFill>
                            <a:srgbClr val="000000"/>
                          </a:solidFill>
                          <a:effectLst>
                            <a:outerShdw blurRad="38100" dist="38100" dir="2700000" algn="tl">
                              <a:srgbClr val="C0C0C0"/>
                            </a:outerShdw>
                          </a:effectLst>
                          <a:latin typeface="Tahoma" panose="020B0604030504040204" pitchFamily="34" charset="0"/>
                        </a:rPr>
                        <a:t>4.6</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ctr">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C0C0C0"/>
                            </a:outerShdw>
                          </a:effectLst>
                          <a:latin typeface="Tahoma" panose="020B0604030504040204" pitchFamily="34" charset="0"/>
                        </a:defRPr>
                      </a:lvl1pPr>
                      <a:lvl2pPr>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2pPr>
                      <a:lvl3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3pPr>
                      <a:lvl4pPr>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4pPr>
                      <a:lvl5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50000"/>
                        </a:spcAft>
                        <a:buClr>
                          <a:schemeClr val="hlink"/>
                        </a:buClr>
                        <a:buSzPct val="65000"/>
                        <a:buFont typeface="Wingdings" panose="05000000000000000000" pitchFamily="2" charset="2"/>
                        <a:buNone/>
                        <a:tabLst/>
                      </a:pPr>
                      <a:r>
                        <a:rPr kumimoji="0" lang="pt-BR" altLang="pt-BR" sz="2000" b="1" i="0" u="none" strike="noStrike" cap="none" normalizeH="0" baseline="0">
                          <a:ln>
                            <a:noFill/>
                          </a:ln>
                          <a:solidFill>
                            <a:srgbClr val="000000"/>
                          </a:solidFill>
                          <a:effectLst>
                            <a:outerShdw blurRad="38100" dist="38100" dir="2700000" algn="tl">
                              <a:srgbClr val="C0C0C0"/>
                            </a:outerShdw>
                          </a:effectLst>
                          <a:latin typeface="Tahoma" panose="020B0604030504040204" pitchFamily="34" charset="0"/>
                        </a:rPr>
                        <a:t>8.9</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ctr">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C0C0C0"/>
                            </a:outerShdw>
                          </a:effectLst>
                          <a:latin typeface="Tahoma" panose="020B0604030504040204" pitchFamily="34" charset="0"/>
                        </a:defRPr>
                      </a:lvl1pPr>
                      <a:lvl2pPr>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2pPr>
                      <a:lvl3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3pPr>
                      <a:lvl4pPr>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4pPr>
                      <a:lvl5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50000"/>
                        </a:spcAft>
                        <a:buClr>
                          <a:schemeClr val="hlink"/>
                        </a:buClr>
                        <a:buSzPct val="65000"/>
                        <a:buFont typeface="Wingdings" panose="05000000000000000000" pitchFamily="2" charset="2"/>
                        <a:buNone/>
                        <a:tabLst/>
                      </a:pPr>
                      <a:r>
                        <a:rPr kumimoji="0" lang="pt-BR" altLang="pt-BR" sz="2000" b="0" i="0" u="none" strike="noStrike" cap="none" normalizeH="0" baseline="0">
                          <a:ln>
                            <a:noFill/>
                          </a:ln>
                          <a:solidFill>
                            <a:srgbClr val="000000"/>
                          </a:solidFill>
                          <a:effectLst>
                            <a:outerShdw blurRad="38100" dist="38100" dir="2700000" algn="tl">
                              <a:srgbClr val="C0C0C0"/>
                            </a:outerShdw>
                          </a:effectLst>
                          <a:latin typeface="Tahoma" panose="020B0604030504040204" pitchFamily="34" charset="0"/>
                        </a:rPr>
                        <a:t>6.3</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50213" name="Line 48">
            <a:extLst>
              <a:ext uri="{FF2B5EF4-FFF2-40B4-BE49-F238E27FC236}">
                <a16:creationId xmlns:a16="http://schemas.microsoft.com/office/drawing/2014/main" id="{CE14ED62-5025-A772-FC0B-F5623006C879}"/>
              </a:ext>
            </a:extLst>
          </p:cNvPr>
          <p:cNvSpPr>
            <a:spLocks noChangeShapeType="1"/>
          </p:cNvSpPr>
          <p:nvPr/>
        </p:nvSpPr>
        <p:spPr bwMode="auto">
          <a:xfrm>
            <a:off x="4511675" y="3716338"/>
            <a:ext cx="0" cy="144462"/>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pt-BR"/>
          </a:p>
        </p:txBody>
      </p:sp>
      <p:sp>
        <p:nvSpPr>
          <p:cNvPr id="50214" name="Line 49">
            <a:extLst>
              <a:ext uri="{FF2B5EF4-FFF2-40B4-BE49-F238E27FC236}">
                <a16:creationId xmlns:a16="http://schemas.microsoft.com/office/drawing/2014/main" id="{E8951B17-7B28-C31A-9AC8-699DB52AEFB0}"/>
              </a:ext>
            </a:extLst>
          </p:cNvPr>
          <p:cNvSpPr>
            <a:spLocks noChangeShapeType="1"/>
          </p:cNvSpPr>
          <p:nvPr/>
        </p:nvSpPr>
        <p:spPr bwMode="auto">
          <a:xfrm>
            <a:off x="4562476" y="3540125"/>
            <a:ext cx="142875"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pt-BR"/>
          </a:p>
        </p:txBody>
      </p:sp>
      <p:sp>
        <p:nvSpPr>
          <p:cNvPr id="1552452" name="Text Box 68">
            <a:extLst>
              <a:ext uri="{FF2B5EF4-FFF2-40B4-BE49-F238E27FC236}">
                <a16:creationId xmlns:a16="http://schemas.microsoft.com/office/drawing/2014/main" id="{1C991ADC-C876-7BF0-D54F-1ED79651749D}"/>
              </a:ext>
            </a:extLst>
          </p:cNvPr>
          <p:cNvSpPr txBox="1">
            <a:spLocks noChangeArrowheads="1"/>
          </p:cNvSpPr>
          <p:nvPr/>
        </p:nvSpPr>
        <p:spPr bwMode="auto">
          <a:xfrm>
            <a:off x="6096000" y="2852739"/>
            <a:ext cx="666750" cy="376237"/>
          </a:xfrm>
          <a:prstGeom prst="rect">
            <a:avLst/>
          </a:prstGeom>
          <a:noFill/>
          <a:ln w="9525" algn="ctr">
            <a:solidFill>
              <a:srgbClr val="000000"/>
            </a:solidFill>
            <a:miter lim="800000"/>
            <a:headEnd/>
            <a:tailEnd/>
          </a:ln>
          <a:effectLst/>
        </p:spPr>
        <p:txBody>
          <a:bodyPr wrap="none">
            <a:spAutoFit/>
          </a:bodyPr>
          <a:lstStyle/>
          <a:p>
            <a:pPr>
              <a:defRPr/>
            </a:pPr>
            <a:r>
              <a:rPr lang="pt-BR" altLang="pt-BR">
                <a:solidFill>
                  <a:srgbClr val="000000"/>
                </a:solidFill>
                <a:effectLst>
                  <a:outerShdw blurRad="38100" dist="38100" dir="2700000" algn="tl">
                    <a:srgbClr val="C0C0C0"/>
                  </a:outerShdw>
                </a:effectLst>
              </a:rPr>
              <a:t>Nota</a:t>
            </a:r>
          </a:p>
        </p:txBody>
      </p:sp>
      <p:sp>
        <p:nvSpPr>
          <p:cNvPr id="1552458" name="Text Box 74">
            <a:extLst>
              <a:ext uri="{FF2B5EF4-FFF2-40B4-BE49-F238E27FC236}">
                <a16:creationId xmlns:a16="http://schemas.microsoft.com/office/drawing/2014/main" id="{09CE0DF3-6505-9481-69AC-588862510074}"/>
              </a:ext>
            </a:extLst>
          </p:cNvPr>
          <p:cNvSpPr txBox="1">
            <a:spLocks noChangeArrowheads="1"/>
          </p:cNvSpPr>
          <p:nvPr/>
        </p:nvSpPr>
        <p:spPr bwMode="auto">
          <a:xfrm>
            <a:off x="2135188" y="5445125"/>
            <a:ext cx="957262" cy="376238"/>
          </a:xfrm>
          <a:prstGeom prst="rect">
            <a:avLst/>
          </a:prstGeom>
          <a:noFill/>
          <a:ln w="9525" algn="ctr">
            <a:solidFill>
              <a:srgbClr val="000000"/>
            </a:solidFill>
            <a:miter lim="800000"/>
            <a:headEnd/>
            <a:tailEnd/>
          </a:ln>
          <a:effectLst/>
        </p:spPr>
        <p:txBody>
          <a:bodyPr wrap="none">
            <a:spAutoFit/>
          </a:bodyPr>
          <a:lstStyle/>
          <a:p>
            <a:pPr>
              <a:defRPr/>
            </a:pPr>
            <a:r>
              <a:rPr lang="pt-BR" altLang="pt-BR">
                <a:solidFill>
                  <a:srgbClr val="000000"/>
                </a:solidFill>
                <a:effectLst>
                  <a:outerShdw blurRad="38100" dist="38100" dir="2700000" algn="tl">
                    <a:srgbClr val="C0C0C0"/>
                  </a:outerShdw>
                </a:effectLst>
              </a:rPr>
              <a:t>Aluno 4</a:t>
            </a:r>
          </a:p>
        </p:txBody>
      </p:sp>
      <p:sp>
        <p:nvSpPr>
          <p:cNvPr id="50217" name="Line 75">
            <a:extLst>
              <a:ext uri="{FF2B5EF4-FFF2-40B4-BE49-F238E27FC236}">
                <a16:creationId xmlns:a16="http://schemas.microsoft.com/office/drawing/2014/main" id="{9588519A-193C-5D60-B3E0-F8A62DDF0EB2}"/>
              </a:ext>
            </a:extLst>
          </p:cNvPr>
          <p:cNvSpPr>
            <a:spLocks noChangeShapeType="1"/>
          </p:cNvSpPr>
          <p:nvPr/>
        </p:nvSpPr>
        <p:spPr bwMode="auto">
          <a:xfrm>
            <a:off x="3143251" y="5661025"/>
            <a:ext cx="360363"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pt-B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Número de Slide 5">
            <a:extLst>
              <a:ext uri="{FF2B5EF4-FFF2-40B4-BE49-F238E27FC236}">
                <a16:creationId xmlns:a16="http://schemas.microsoft.com/office/drawing/2014/main" id="{3989FE5C-EE50-F264-06EF-CFF77B0E7EB6}"/>
              </a:ext>
            </a:extLst>
          </p:cNvPr>
          <p:cNvSpPr>
            <a:spLocks noGrp="1"/>
          </p:cNvSpPr>
          <p:nvPr>
            <p:ph type="sldNum" sz="quarter" idx="12"/>
          </p:nvPr>
        </p:nvSpPr>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defRPr/>
            </a:pPr>
            <a:fld id="{A92A9509-8F08-44AC-9683-E99D168D2B3A}" type="slidenum">
              <a:rPr lang="pt-BR" altLang="pt-BR" smtClean="0">
                <a:solidFill>
                  <a:srgbClr val="000000"/>
                </a:solidFill>
                <a:latin typeface="Arial" panose="020B0604020202020204" pitchFamily="34" charset="0"/>
              </a:rPr>
              <a:pPr>
                <a:defRPr/>
              </a:pPr>
              <a:t>25</a:t>
            </a:fld>
            <a:endParaRPr lang="pt-BR" altLang="pt-BR">
              <a:solidFill>
                <a:srgbClr val="000000"/>
              </a:solidFill>
              <a:latin typeface="Arial" panose="020B0604020202020204" pitchFamily="34" charset="0"/>
            </a:endParaRPr>
          </a:p>
        </p:txBody>
      </p:sp>
      <p:sp>
        <p:nvSpPr>
          <p:cNvPr id="1554434" name="Rectangle 2">
            <a:extLst>
              <a:ext uri="{FF2B5EF4-FFF2-40B4-BE49-F238E27FC236}">
                <a16:creationId xmlns:a16="http://schemas.microsoft.com/office/drawing/2014/main" id="{F5F92623-2D7E-6C3F-A7EF-6F14DB705819}"/>
              </a:ext>
            </a:extLst>
          </p:cNvPr>
          <p:cNvSpPr>
            <a:spLocks noGrp="1" noChangeArrowheads="1"/>
          </p:cNvSpPr>
          <p:nvPr>
            <p:ph type="title"/>
          </p:nvPr>
        </p:nvSpPr>
        <p:spPr/>
        <p:txBody>
          <a:bodyPr/>
          <a:lstStyle/>
          <a:p>
            <a:pPr>
              <a:defRPr/>
            </a:pPr>
            <a:r>
              <a:rPr lang="pt-BR" altLang="zh-CN" dirty="0">
                <a:effectLst/>
                <a:ea typeface="SimSun" panose="02010600030101010101" pitchFamily="2" charset="-122"/>
              </a:rPr>
              <a:t>6.3 - </a:t>
            </a:r>
            <a:r>
              <a:rPr lang="pt-BR" altLang="zh-CN" dirty="0" err="1">
                <a:effectLst/>
                <a:ea typeface="SimSun" panose="02010600030101010101" pitchFamily="2" charset="-122"/>
              </a:rPr>
              <a:t>Arrays</a:t>
            </a:r>
            <a:r>
              <a:rPr lang="pt-BR" altLang="zh-CN" dirty="0">
                <a:effectLst/>
                <a:ea typeface="SimSun" panose="02010600030101010101" pitchFamily="2" charset="-122"/>
              </a:rPr>
              <a:t> Multidimensionais </a:t>
            </a:r>
            <a:br>
              <a:rPr lang="pt-BR" altLang="zh-CN" dirty="0">
                <a:effectLst/>
                <a:ea typeface="SimSun" panose="02010600030101010101" pitchFamily="2" charset="-122"/>
              </a:rPr>
            </a:br>
            <a:r>
              <a:rPr lang="pt-BR" altLang="zh-CN" dirty="0">
                <a:effectLst/>
                <a:ea typeface="SimSun" panose="02010600030101010101" pitchFamily="2" charset="-122"/>
              </a:rPr>
              <a:t>Declaração e inicialização</a:t>
            </a:r>
            <a:r>
              <a:rPr lang="pt-BR" altLang="zh-CN" dirty="0">
                <a:ea typeface="SimSun" panose="02010600030101010101" pitchFamily="2" charset="-122"/>
              </a:rPr>
              <a:t>  </a:t>
            </a:r>
            <a:endParaRPr lang="pt-BR" altLang="pt-BR" dirty="0">
              <a:ea typeface="SimSun" panose="02010600030101010101" pitchFamily="2" charset="-122"/>
            </a:endParaRPr>
          </a:p>
        </p:txBody>
      </p:sp>
      <p:sp>
        <p:nvSpPr>
          <p:cNvPr id="52228" name="Rectangle 3">
            <a:extLst>
              <a:ext uri="{FF2B5EF4-FFF2-40B4-BE49-F238E27FC236}">
                <a16:creationId xmlns:a16="http://schemas.microsoft.com/office/drawing/2014/main" id="{F8E86789-F451-B83B-AAF7-9E5432DC648D}"/>
              </a:ext>
            </a:extLst>
          </p:cNvPr>
          <p:cNvSpPr>
            <a:spLocks noGrp="1" noChangeArrowheads="1"/>
          </p:cNvSpPr>
          <p:nvPr>
            <p:ph type="body" idx="1"/>
          </p:nvPr>
        </p:nvSpPr>
        <p:spPr/>
        <p:txBody>
          <a:bodyPr/>
          <a:lstStyle/>
          <a:p>
            <a:pPr algn="l">
              <a:buFont typeface="Wingdings" panose="05000000000000000000" pitchFamily="2" charset="2"/>
              <a:buChar char="n"/>
            </a:pPr>
            <a:r>
              <a:rPr lang="pt-BR" altLang="zh-CN" sz="2000">
                <a:effectLst/>
                <a:ea typeface="SimSun" panose="02010600030101010101" pitchFamily="2" charset="-122"/>
              </a:rPr>
              <a:t>A declaração e inicialização de vetores de mais de uma dimensão é feita de modo semelhante aos vetores unidimensionais.</a:t>
            </a:r>
          </a:p>
          <a:p>
            <a:pPr algn="l">
              <a:buFont typeface="Wingdings" panose="05000000000000000000" pitchFamily="2" charset="2"/>
              <a:buChar char="n"/>
            </a:pPr>
            <a:r>
              <a:rPr lang="pt-BR" altLang="zh-CN" sz="2000" b="1">
                <a:effectLst/>
                <a:ea typeface="SimSun" panose="02010600030101010101" pitchFamily="2" charset="-122"/>
              </a:rPr>
              <a:t>Sintaxe:</a:t>
            </a:r>
            <a:r>
              <a:rPr lang="pt-BR" altLang="zh-CN" sz="2000">
                <a:effectLst/>
                <a:ea typeface="SimSun" panose="02010600030101010101" pitchFamily="2" charset="-122"/>
              </a:rPr>
              <a:t> A sintaxe para declaração de vetores multidimensionais é:</a:t>
            </a:r>
          </a:p>
          <a:p>
            <a:pPr lvl="1"/>
            <a:r>
              <a:rPr lang="pt-BR" altLang="zh-CN" sz="1800">
                <a:effectLst/>
                <a:ea typeface="SimSun" panose="02010600030101010101" pitchFamily="2" charset="-122"/>
              </a:rPr>
              <a:t>tipo nome[tam_1][tam_2]...[tam_N]={{lista},{lista},...{lista}};</a:t>
            </a:r>
          </a:p>
          <a:p>
            <a:pPr algn="l"/>
            <a:r>
              <a:rPr lang="pt-BR" altLang="zh-CN" sz="2000">
                <a:effectLst/>
                <a:ea typeface="SimSun" panose="02010600030101010101" pitchFamily="2" charset="-122"/>
              </a:rPr>
              <a:t>	onde:</a:t>
            </a:r>
          </a:p>
          <a:p>
            <a:pPr lvl="1"/>
            <a:r>
              <a:rPr lang="pt-BR" altLang="zh-CN" sz="1800" b="1">
                <a:effectLst/>
                <a:ea typeface="SimSun" panose="02010600030101010101" pitchFamily="2" charset="-122"/>
              </a:rPr>
              <a:t>tipo</a:t>
            </a:r>
            <a:r>
              <a:rPr lang="pt-BR" altLang="zh-CN" sz="1800">
                <a:effectLst/>
                <a:ea typeface="SimSun" panose="02010600030101010101" pitchFamily="2" charset="-122"/>
              </a:rPr>
              <a:t> é o tipo dos elementos do vetor.</a:t>
            </a:r>
          </a:p>
          <a:p>
            <a:pPr lvl="1"/>
            <a:r>
              <a:rPr lang="pt-BR" altLang="zh-CN" sz="1800" b="1">
                <a:effectLst/>
                <a:ea typeface="SimSun" panose="02010600030101010101" pitchFamily="2" charset="-122"/>
              </a:rPr>
              <a:t>nome</a:t>
            </a:r>
            <a:r>
              <a:rPr lang="pt-BR" altLang="zh-CN" sz="1800">
                <a:effectLst/>
                <a:ea typeface="SimSun" panose="02010600030101010101" pitchFamily="2" charset="-122"/>
              </a:rPr>
              <a:t> é o nome do vetor.</a:t>
            </a:r>
          </a:p>
          <a:p>
            <a:pPr lvl="1"/>
            <a:r>
              <a:rPr lang="pt-BR" altLang="zh-CN" sz="1800" b="1">
                <a:effectLst/>
                <a:ea typeface="SimSun" panose="02010600030101010101" pitchFamily="2" charset="-122"/>
              </a:rPr>
              <a:t>[tam_1][tam_2]...[tam_N]</a:t>
            </a:r>
            <a:r>
              <a:rPr lang="pt-BR" altLang="zh-CN" sz="1800">
                <a:effectLst/>
                <a:ea typeface="SimSun" panose="02010600030101010101" pitchFamily="2" charset="-122"/>
              </a:rPr>
              <a:t> é o tamanho de cada dimensão do vetor.</a:t>
            </a:r>
          </a:p>
          <a:p>
            <a:pPr lvl="1"/>
            <a:r>
              <a:rPr lang="pt-BR" altLang="zh-CN" sz="1800" b="1">
                <a:effectLst/>
                <a:ea typeface="SimSun" panose="02010600030101010101" pitchFamily="2" charset="-122"/>
              </a:rPr>
              <a:t>{{lista},{lista},...{lista}}</a:t>
            </a:r>
            <a:r>
              <a:rPr lang="pt-BR" altLang="zh-CN" sz="1800">
                <a:effectLst/>
                <a:ea typeface="SimSun" panose="02010600030101010101" pitchFamily="2" charset="-122"/>
              </a:rPr>
              <a:t> são as listas de elementos.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ço Reservado para Número de Slide 5">
            <a:extLst>
              <a:ext uri="{FF2B5EF4-FFF2-40B4-BE49-F238E27FC236}">
                <a16:creationId xmlns:a16="http://schemas.microsoft.com/office/drawing/2014/main" id="{28D85613-20E3-D513-8B9F-510066DCFBC9}"/>
              </a:ext>
            </a:extLst>
          </p:cNvPr>
          <p:cNvSpPr>
            <a:spLocks noGrp="1"/>
          </p:cNvSpPr>
          <p:nvPr>
            <p:ph type="sldNum" sz="quarter" idx="12"/>
          </p:nvPr>
        </p:nvSpPr>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defRPr/>
            </a:pPr>
            <a:fld id="{F5E69755-9841-4860-AF85-1587DBD8BA0F}" type="slidenum">
              <a:rPr lang="pt-BR" altLang="pt-BR" smtClean="0">
                <a:solidFill>
                  <a:srgbClr val="000000"/>
                </a:solidFill>
                <a:latin typeface="Arial" panose="020B0604020202020204" pitchFamily="34" charset="0"/>
              </a:rPr>
              <a:pPr>
                <a:defRPr/>
              </a:pPr>
              <a:t>26</a:t>
            </a:fld>
            <a:endParaRPr lang="pt-BR" altLang="pt-BR">
              <a:solidFill>
                <a:srgbClr val="000000"/>
              </a:solidFill>
              <a:latin typeface="Arial" panose="020B0604020202020204" pitchFamily="34" charset="0"/>
            </a:endParaRPr>
          </a:p>
        </p:txBody>
      </p:sp>
      <p:sp>
        <p:nvSpPr>
          <p:cNvPr id="1556482" name="Rectangle 2">
            <a:extLst>
              <a:ext uri="{FF2B5EF4-FFF2-40B4-BE49-F238E27FC236}">
                <a16:creationId xmlns:a16="http://schemas.microsoft.com/office/drawing/2014/main" id="{2CD6FC91-502E-44B9-9B71-1B39E3AF104C}"/>
              </a:ext>
            </a:extLst>
          </p:cNvPr>
          <p:cNvSpPr>
            <a:spLocks noGrp="1" noChangeArrowheads="1"/>
          </p:cNvSpPr>
          <p:nvPr>
            <p:ph type="title"/>
          </p:nvPr>
        </p:nvSpPr>
        <p:spPr/>
        <p:txBody>
          <a:bodyPr/>
          <a:lstStyle/>
          <a:p>
            <a:pPr>
              <a:defRPr/>
            </a:pPr>
            <a:r>
              <a:rPr lang="pt-BR" altLang="zh-CN" dirty="0">
                <a:effectLst/>
                <a:ea typeface="SimSun" panose="02010600030101010101" pitchFamily="2" charset="-122"/>
              </a:rPr>
              <a:t>6.3 - </a:t>
            </a:r>
            <a:r>
              <a:rPr lang="pt-BR" altLang="zh-CN" dirty="0" err="1">
                <a:effectLst/>
                <a:ea typeface="SimSun" panose="02010600030101010101" pitchFamily="2" charset="-122"/>
              </a:rPr>
              <a:t>Arrays</a:t>
            </a:r>
            <a:r>
              <a:rPr lang="pt-BR" altLang="zh-CN" dirty="0">
                <a:effectLst/>
                <a:ea typeface="SimSun" panose="02010600030101010101" pitchFamily="2" charset="-122"/>
              </a:rPr>
              <a:t> Multidimensionais </a:t>
            </a:r>
            <a:br>
              <a:rPr lang="pt-BR" altLang="zh-CN" dirty="0">
                <a:effectLst/>
                <a:ea typeface="SimSun" panose="02010600030101010101" pitchFamily="2" charset="-122"/>
              </a:rPr>
            </a:br>
            <a:r>
              <a:rPr lang="pt-BR" altLang="zh-CN" dirty="0">
                <a:effectLst/>
                <a:ea typeface="SimSun" panose="02010600030101010101" pitchFamily="2" charset="-122"/>
              </a:rPr>
              <a:t>Declaração e inicialização</a:t>
            </a:r>
            <a:r>
              <a:rPr lang="pt-BR" altLang="zh-CN" dirty="0">
                <a:ea typeface="SimSun" panose="02010600030101010101" pitchFamily="2" charset="-122"/>
              </a:rPr>
              <a:t>  </a:t>
            </a:r>
            <a:endParaRPr lang="pt-BR" altLang="pt-BR" dirty="0">
              <a:ea typeface="SimSun" panose="02010600030101010101" pitchFamily="2" charset="-122"/>
            </a:endParaRPr>
          </a:p>
        </p:txBody>
      </p:sp>
      <p:sp>
        <p:nvSpPr>
          <p:cNvPr id="54276" name="Rectangle 3">
            <a:extLst>
              <a:ext uri="{FF2B5EF4-FFF2-40B4-BE49-F238E27FC236}">
                <a16:creationId xmlns:a16="http://schemas.microsoft.com/office/drawing/2014/main" id="{95CC20CD-CBD6-FC1B-7632-7C29ADE4896F}"/>
              </a:ext>
            </a:extLst>
          </p:cNvPr>
          <p:cNvSpPr>
            <a:spLocks noGrp="1" noChangeArrowheads="1"/>
          </p:cNvSpPr>
          <p:nvPr>
            <p:ph type="body" idx="1"/>
          </p:nvPr>
        </p:nvSpPr>
        <p:spPr/>
        <p:txBody>
          <a:bodyPr/>
          <a:lstStyle/>
          <a:p>
            <a:pPr algn="l">
              <a:buFont typeface="Wingdings" panose="05000000000000000000" pitchFamily="2" charset="2"/>
              <a:buChar char="n"/>
            </a:pPr>
            <a:r>
              <a:rPr lang="pt-BR" altLang="zh-CN" b="1">
                <a:effectLst/>
                <a:ea typeface="SimSun" panose="02010600030101010101" pitchFamily="2" charset="-122"/>
              </a:rPr>
              <a:t>   Exemplo:</a:t>
            </a:r>
            <a:r>
              <a:rPr lang="pt-BR" altLang="zh-CN">
                <a:effectLst/>
                <a:ea typeface="SimSun" panose="02010600030101010101" pitchFamily="2" charset="-122"/>
              </a:rPr>
              <a:t> veja algumas declarações e inicializações de vetores de mais de uma dimensão.</a:t>
            </a:r>
          </a:p>
          <a:p>
            <a:pPr algn="l"/>
            <a:r>
              <a:rPr lang="pt-BR" altLang="zh-CN">
                <a:effectLst/>
                <a:ea typeface="SimSun" panose="02010600030101010101" pitchFamily="2" charset="-122"/>
              </a:rPr>
              <a:t>int i, j, Matriz_A[2][2];</a:t>
            </a:r>
          </a:p>
          <a:p>
            <a:pPr algn="l"/>
            <a:r>
              <a:rPr lang="pt-BR" altLang="zh-CN">
                <a:effectLst/>
                <a:ea typeface="SimSun" panose="02010600030101010101" pitchFamily="2" charset="-122"/>
              </a:rPr>
              <a:t>Matriz_A[0][0]=1; </a:t>
            </a:r>
          </a:p>
          <a:p>
            <a:pPr algn="l"/>
            <a:r>
              <a:rPr lang="pt-BR" altLang="zh-CN">
                <a:effectLst/>
                <a:ea typeface="SimSun" panose="02010600030101010101" pitchFamily="2" charset="-122"/>
              </a:rPr>
              <a:t>Matriz_A[0][1]=2; </a:t>
            </a:r>
          </a:p>
          <a:p>
            <a:pPr algn="l"/>
            <a:r>
              <a:rPr lang="pt-BR" altLang="zh-CN">
                <a:effectLst/>
                <a:ea typeface="SimSun" panose="02010600030101010101" pitchFamily="2" charset="-122"/>
              </a:rPr>
              <a:t>Matriz_A[1][0]=3; </a:t>
            </a:r>
          </a:p>
          <a:p>
            <a:pPr algn="l"/>
            <a:r>
              <a:rPr lang="pt-BR" altLang="zh-CN">
                <a:effectLst/>
                <a:ea typeface="SimSun" panose="02010600030101010101" pitchFamily="2" charset="-122"/>
              </a:rPr>
              <a:t>Matriz_A[1][1]=4;</a:t>
            </a:r>
          </a:p>
          <a:p>
            <a:pPr algn="l"/>
            <a:r>
              <a:rPr lang="pt-BR" altLang="zh-CN">
                <a:effectLst/>
                <a:ea typeface="SimSun" panose="02010600030101010101" pitchFamily="2" charset="-122"/>
              </a:rPr>
              <a:t>   Neste exemplo, nota é um vetor </a:t>
            </a:r>
            <a:r>
              <a:rPr lang="pt-BR" altLang="zh-CN" b="1">
                <a:effectLst/>
                <a:ea typeface="SimSun" panose="02010600030101010101" pitchFamily="2" charset="-122"/>
              </a:rPr>
              <a:t>duas</a:t>
            </a:r>
            <a:r>
              <a:rPr lang="pt-BR" altLang="zh-CN">
                <a:effectLst/>
                <a:ea typeface="SimSun" panose="02010600030101010101" pitchFamily="2" charset="-122"/>
              </a:rPr>
              <a:t> dimensões ([][]). Este vetor é composto de 2 vetores de 2 elementos cada. </a:t>
            </a:r>
          </a:p>
        </p:txBody>
      </p:sp>
      <p:sp>
        <p:nvSpPr>
          <p:cNvPr id="54277" name="Text Box 5">
            <a:extLst>
              <a:ext uri="{FF2B5EF4-FFF2-40B4-BE49-F238E27FC236}">
                <a16:creationId xmlns:a16="http://schemas.microsoft.com/office/drawing/2014/main" id="{5407407F-7EBC-2EC6-4AB3-2248A98C6452}"/>
              </a:ext>
            </a:extLst>
          </p:cNvPr>
          <p:cNvSpPr txBox="1">
            <a:spLocks noChangeArrowheads="1"/>
          </p:cNvSpPr>
          <p:nvPr/>
        </p:nvSpPr>
        <p:spPr bwMode="auto">
          <a:xfrm>
            <a:off x="1524001" y="6543676"/>
            <a:ext cx="923925" cy="314325"/>
          </a:xfrm>
          <a:prstGeom prst="rect">
            <a:avLst/>
          </a:prstGeom>
          <a:solidFill>
            <a:schemeClr val="folHlink"/>
          </a:solidFill>
          <a:ln w="9525" algn="ctr">
            <a:solidFill>
              <a:srgbClr val="A5002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spcBef>
                <a:spcPct val="20000"/>
              </a:spcBef>
              <a:spcAft>
                <a:spcPct val="50000"/>
              </a:spcAft>
              <a:buClr>
                <a:schemeClr val="hlink"/>
              </a:buClr>
              <a:buSzPct val="65000"/>
              <a:buFont typeface="Wingdings" panose="05000000000000000000" pitchFamily="2" charset="2"/>
              <a:defRPr>
                <a:solidFill>
                  <a:srgbClr val="000000"/>
                </a:solidFill>
                <a:latin typeface="Tahoma" panose="020B0604030504040204" pitchFamily="34" charset="0"/>
              </a:defRPr>
            </a:lvl1pPr>
            <a:lvl2pPr marL="742950" indent="-285750">
              <a:spcBef>
                <a:spcPct val="20000"/>
              </a:spcBef>
              <a:spcAft>
                <a:spcPct val="50000"/>
              </a:spcAft>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9pPr>
          </a:lstStyle>
          <a:p>
            <a:pPr algn="l">
              <a:spcBef>
                <a:spcPct val="0"/>
              </a:spcBef>
              <a:spcAft>
                <a:spcPct val="0"/>
              </a:spcAft>
              <a:buClrTx/>
              <a:buSzTx/>
              <a:buFontTx/>
              <a:buNone/>
            </a:pPr>
            <a:r>
              <a:rPr lang="pt-BR" altLang="pt-BR" sz="1400" b="1"/>
              <a:t>Matriz 1</a:t>
            </a:r>
          </a:p>
        </p:txBody>
      </p:sp>
      <p:sp>
        <p:nvSpPr>
          <p:cNvPr id="2" name="Estrela: 5 Pontas 1">
            <a:extLst>
              <a:ext uri="{FF2B5EF4-FFF2-40B4-BE49-F238E27FC236}">
                <a16:creationId xmlns:a16="http://schemas.microsoft.com/office/drawing/2014/main" id="{87C069EA-6848-D511-4F64-A2FABFE3CB1E}"/>
              </a:ext>
            </a:extLst>
          </p:cNvPr>
          <p:cNvSpPr/>
          <p:nvPr/>
        </p:nvSpPr>
        <p:spPr bwMode="auto">
          <a:xfrm>
            <a:off x="7319963" y="2205038"/>
            <a:ext cx="914400" cy="958691"/>
          </a:xfrm>
          <a:prstGeom prst="star5">
            <a:avLst/>
          </a:prstGeom>
          <a:solidFill>
            <a:schemeClr val="bg1">
              <a:lumMod val="50000"/>
            </a:schemeClr>
          </a:solidFill>
          <a:ln w="9525" cap="flat" cmpd="sng" algn="ctr">
            <a:solidFill>
              <a:schemeClr val="tx1"/>
            </a:solidFill>
            <a:prstDash val="solid"/>
            <a:round/>
            <a:headEnd type="none" w="med" len="med"/>
            <a:tailEnd type="none" w="med" len="med"/>
          </a:ln>
          <a:effectLst/>
        </p:spPr>
        <p:txBody>
          <a:bodyPr>
            <a:spAutoFit/>
          </a:bodyPr>
          <a:lstStyle/>
          <a:p>
            <a:pPr eaLnBrk="1" hangingPunct="1">
              <a:defRPr/>
            </a:pPr>
            <a:endParaRPr lang="pt-BR">
              <a:effectLst>
                <a:outerShdw blurRad="38100" dist="38100" dir="2700000" algn="tl">
                  <a:srgbClr val="000000">
                    <a:alpha val="43137"/>
                  </a:srgbClr>
                </a:outerShdw>
              </a:effectLst>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ço Reservado para Número de Slide 5">
            <a:extLst>
              <a:ext uri="{FF2B5EF4-FFF2-40B4-BE49-F238E27FC236}">
                <a16:creationId xmlns:a16="http://schemas.microsoft.com/office/drawing/2014/main" id="{D87754FA-0138-0E29-8A57-B0129653A2A1}"/>
              </a:ext>
            </a:extLst>
          </p:cNvPr>
          <p:cNvSpPr>
            <a:spLocks noGrp="1"/>
          </p:cNvSpPr>
          <p:nvPr>
            <p:ph type="sldNum" sz="quarter" idx="12"/>
          </p:nvPr>
        </p:nvSpPr>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defRPr/>
            </a:pPr>
            <a:fld id="{09F6D720-59DE-44AE-96E3-C9C5631DD491}" type="slidenum">
              <a:rPr lang="pt-BR" altLang="pt-BR" smtClean="0">
                <a:solidFill>
                  <a:srgbClr val="000000"/>
                </a:solidFill>
                <a:latin typeface="Arial" panose="020B0604020202020204" pitchFamily="34" charset="0"/>
              </a:rPr>
              <a:pPr>
                <a:defRPr/>
              </a:pPr>
              <a:t>27</a:t>
            </a:fld>
            <a:endParaRPr lang="pt-BR" altLang="pt-BR">
              <a:solidFill>
                <a:srgbClr val="000000"/>
              </a:solidFill>
              <a:latin typeface="Arial" panose="020B0604020202020204" pitchFamily="34" charset="0"/>
            </a:endParaRPr>
          </a:p>
        </p:txBody>
      </p:sp>
      <p:sp>
        <p:nvSpPr>
          <p:cNvPr id="1645570" name="Rectangle 2">
            <a:extLst>
              <a:ext uri="{FF2B5EF4-FFF2-40B4-BE49-F238E27FC236}">
                <a16:creationId xmlns:a16="http://schemas.microsoft.com/office/drawing/2014/main" id="{03A22E02-D624-8782-8D2D-F6AA2E43B216}"/>
              </a:ext>
            </a:extLst>
          </p:cNvPr>
          <p:cNvSpPr>
            <a:spLocks noGrp="1" noChangeArrowheads="1"/>
          </p:cNvSpPr>
          <p:nvPr>
            <p:ph type="title"/>
          </p:nvPr>
        </p:nvSpPr>
        <p:spPr/>
        <p:txBody>
          <a:bodyPr/>
          <a:lstStyle/>
          <a:p>
            <a:pPr>
              <a:defRPr/>
            </a:pPr>
            <a:r>
              <a:rPr lang="pt-BR" altLang="zh-CN" dirty="0">
                <a:effectLst/>
                <a:ea typeface="SimSun" panose="02010600030101010101" pitchFamily="2" charset="-122"/>
              </a:rPr>
              <a:t>6.3 - </a:t>
            </a:r>
            <a:r>
              <a:rPr lang="pt-BR" altLang="zh-CN" dirty="0" err="1">
                <a:effectLst/>
                <a:ea typeface="SimSun" panose="02010600030101010101" pitchFamily="2" charset="-122"/>
              </a:rPr>
              <a:t>Arrays</a:t>
            </a:r>
            <a:r>
              <a:rPr lang="pt-BR" altLang="zh-CN" dirty="0">
                <a:effectLst/>
                <a:ea typeface="SimSun" panose="02010600030101010101" pitchFamily="2" charset="-122"/>
              </a:rPr>
              <a:t> Multidimensionais </a:t>
            </a:r>
            <a:br>
              <a:rPr lang="pt-BR" altLang="zh-CN" dirty="0">
                <a:effectLst/>
                <a:ea typeface="SimSun" panose="02010600030101010101" pitchFamily="2" charset="-122"/>
              </a:rPr>
            </a:br>
            <a:r>
              <a:rPr lang="pt-BR" altLang="zh-CN" dirty="0">
                <a:effectLst/>
                <a:ea typeface="SimSun" panose="02010600030101010101" pitchFamily="2" charset="-122"/>
              </a:rPr>
              <a:t>Declaração e inicialização</a:t>
            </a:r>
            <a:r>
              <a:rPr lang="pt-BR" altLang="zh-CN" dirty="0">
                <a:ea typeface="SimSun" panose="02010600030101010101" pitchFamily="2" charset="-122"/>
              </a:rPr>
              <a:t>  </a:t>
            </a:r>
            <a:endParaRPr lang="pt-BR" altLang="pt-BR" dirty="0">
              <a:ea typeface="SimSun" panose="02010600030101010101" pitchFamily="2" charset="-122"/>
            </a:endParaRPr>
          </a:p>
        </p:txBody>
      </p:sp>
      <p:sp>
        <p:nvSpPr>
          <p:cNvPr id="56324" name="Rectangle 3">
            <a:extLst>
              <a:ext uri="{FF2B5EF4-FFF2-40B4-BE49-F238E27FC236}">
                <a16:creationId xmlns:a16="http://schemas.microsoft.com/office/drawing/2014/main" id="{C3283752-A46C-86AF-FBD0-4098BC3BE591}"/>
              </a:ext>
            </a:extLst>
          </p:cNvPr>
          <p:cNvSpPr>
            <a:spLocks noGrp="1" noChangeArrowheads="1"/>
          </p:cNvSpPr>
          <p:nvPr>
            <p:ph type="body" idx="1"/>
          </p:nvPr>
        </p:nvSpPr>
        <p:spPr/>
        <p:txBody>
          <a:bodyPr/>
          <a:lstStyle/>
          <a:p>
            <a:pPr algn="l">
              <a:buFont typeface="Wingdings" panose="05000000000000000000" pitchFamily="2" charset="2"/>
              <a:buChar char="n"/>
            </a:pPr>
            <a:r>
              <a:rPr lang="pt-BR" altLang="zh-CN" b="1" dirty="0">
                <a:effectLst/>
                <a:ea typeface="SimSun" panose="02010600030101010101" pitchFamily="2" charset="-122"/>
              </a:rPr>
              <a:t>   Exemplo:</a:t>
            </a:r>
            <a:r>
              <a:rPr lang="pt-BR" altLang="zh-CN" dirty="0">
                <a:effectLst/>
                <a:ea typeface="SimSun" panose="02010600030101010101" pitchFamily="2" charset="-122"/>
              </a:rPr>
              <a:t> veja algumas declarações e inicializações de vetores de mais de uma dimensão.</a:t>
            </a:r>
          </a:p>
          <a:p>
            <a:pPr algn="l"/>
            <a:r>
              <a:rPr lang="pt-BR" altLang="zh-CN" dirty="0">
                <a:effectLst/>
                <a:ea typeface="SimSun" panose="02010600030101010101" pitchFamily="2" charset="-122"/>
              </a:rPr>
              <a:t>float nota[5][3] = {{8.4,7.4,5.7},{6.9,6.7,4.9},  {4.5,6.4,8.6},</a:t>
            </a:r>
          </a:p>
          <a:p>
            <a:pPr algn="l"/>
            <a:r>
              <a:rPr lang="pt-BR" altLang="zh-CN" dirty="0">
                <a:effectLst/>
                <a:ea typeface="SimSun" panose="02010600030101010101" pitchFamily="2" charset="-122"/>
              </a:rPr>
              <a:t>                    	  {4.6,8.9,6.3},</a:t>
            </a:r>
          </a:p>
          <a:p>
            <a:pPr algn="l"/>
            <a:r>
              <a:rPr lang="pt-BR" altLang="zh-CN" dirty="0">
                <a:effectLst/>
                <a:ea typeface="SimSun" panose="02010600030101010101" pitchFamily="2" charset="-122"/>
              </a:rPr>
              <a:t>	                       {7.2,3.6,7.7}};</a:t>
            </a:r>
          </a:p>
          <a:p>
            <a:pPr algn="l">
              <a:buFont typeface="Wingdings" panose="05000000000000000000" pitchFamily="2" charset="2"/>
              <a:buChar char="n"/>
            </a:pPr>
            <a:r>
              <a:rPr lang="pt-BR" altLang="zh-CN" dirty="0">
                <a:effectLst/>
                <a:ea typeface="SimSun" panose="02010600030101010101" pitchFamily="2" charset="-122"/>
              </a:rPr>
              <a:t>   Neste exemplo, nota é um vetor </a:t>
            </a:r>
            <a:r>
              <a:rPr lang="pt-BR" altLang="zh-CN" b="1" dirty="0">
                <a:effectLst/>
                <a:ea typeface="SimSun" panose="02010600030101010101" pitchFamily="2" charset="-122"/>
              </a:rPr>
              <a:t>duas</a:t>
            </a:r>
            <a:r>
              <a:rPr lang="pt-BR" altLang="zh-CN" dirty="0">
                <a:effectLst/>
                <a:ea typeface="SimSun" panose="02010600030101010101" pitchFamily="2" charset="-122"/>
              </a:rPr>
              <a:t> dimensões ([][]). Este vetor é composto de 5 vetores de 3 elementos cada. </a:t>
            </a:r>
          </a:p>
        </p:txBody>
      </p:sp>
      <p:sp>
        <p:nvSpPr>
          <p:cNvPr id="56325" name="Text Box 4">
            <a:extLst>
              <a:ext uri="{FF2B5EF4-FFF2-40B4-BE49-F238E27FC236}">
                <a16:creationId xmlns:a16="http://schemas.microsoft.com/office/drawing/2014/main" id="{0C25FE94-9A7F-D4E3-85C4-F6493A62D3B3}"/>
              </a:ext>
            </a:extLst>
          </p:cNvPr>
          <p:cNvSpPr txBox="1">
            <a:spLocks noChangeArrowheads="1"/>
          </p:cNvSpPr>
          <p:nvPr/>
        </p:nvSpPr>
        <p:spPr bwMode="auto">
          <a:xfrm>
            <a:off x="1524001" y="6543676"/>
            <a:ext cx="923925" cy="314325"/>
          </a:xfrm>
          <a:prstGeom prst="rect">
            <a:avLst/>
          </a:prstGeom>
          <a:solidFill>
            <a:schemeClr val="folHlink"/>
          </a:solidFill>
          <a:ln w="9525" algn="ctr">
            <a:solidFill>
              <a:srgbClr val="A5002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spcBef>
                <a:spcPct val="20000"/>
              </a:spcBef>
              <a:spcAft>
                <a:spcPct val="50000"/>
              </a:spcAft>
              <a:buClr>
                <a:schemeClr val="hlink"/>
              </a:buClr>
              <a:buSzPct val="65000"/>
              <a:buFont typeface="Wingdings" panose="05000000000000000000" pitchFamily="2" charset="2"/>
              <a:defRPr>
                <a:solidFill>
                  <a:srgbClr val="000000"/>
                </a:solidFill>
                <a:latin typeface="Tahoma" panose="020B0604030504040204" pitchFamily="34" charset="0"/>
              </a:defRPr>
            </a:lvl1pPr>
            <a:lvl2pPr marL="742950" indent="-285750">
              <a:spcBef>
                <a:spcPct val="20000"/>
              </a:spcBef>
              <a:spcAft>
                <a:spcPct val="50000"/>
              </a:spcAft>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9pPr>
          </a:lstStyle>
          <a:p>
            <a:pPr algn="l">
              <a:spcBef>
                <a:spcPct val="0"/>
              </a:spcBef>
              <a:spcAft>
                <a:spcPct val="0"/>
              </a:spcAft>
              <a:buClrTx/>
              <a:buSzTx/>
              <a:buFontTx/>
              <a:buNone/>
            </a:pPr>
            <a:r>
              <a:rPr lang="pt-BR" altLang="pt-BR" sz="1400" b="1"/>
              <a:t>Matriz 2</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ço Reservado para Número de Slide 5">
            <a:extLst>
              <a:ext uri="{FF2B5EF4-FFF2-40B4-BE49-F238E27FC236}">
                <a16:creationId xmlns:a16="http://schemas.microsoft.com/office/drawing/2014/main" id="{C6B2FB29-19FF-7E5A-3E80-EECC776BB5B5}"/>
              </a:ext>
            </a:extLst>
          </p:cNvPr>
          <p:cNvSpPr>
            <a:spLocks noGrp="1"/>
          </p:cNvSpPr>
          <p:nvPr>
            <p:ph type="sldNum" sz="quarter" idx="12"/>
          </p:nvPr>
        </p:nvSpPr>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defRPr/>
            </a:pPr>
            <a:fld id="{2106CBFC-FD26-4F6B-91E6-46D1AFCBA3C9}" type="slidenum">
              <a:rPr lang="pt-BR" altLang="pt-BR" smtClean="0">
                <a:solidFill>
                  <a:srgbClr val="000000"/>
                </a:solidFill>
                <a:latin typeface="Arial" panose="020B0604020202020204" pitchFamily="34" charset="0"/>
              </a:rPr>
              <a:pPr>
                <a:defRPr/>
              </a:pPr>
              <a:t>28</a:t>
            </a:fld>
            <a:endParaRPr lang="pt-BR" altLang="pt-BR">
              <a:solidFill>
                <a:srgbClr val="000000"/>
              </a:solidFill>
              <a:latin typeface="Arial" panose="020B0604020202020204" pitchFamily="34" charset="0"/>
            </a:endParaRPr>
          </a:p>
        </p:txBody>
      </p:sp>
      <p:sp>
        <p:nvSpPr>
          <p:cNvPr id="1645570" name="Rectangle 2">
            <a:extLst>
              <a:ext uri="{FF2B5EF4-FFF2-40B4-BE49-F238E27FC236}">
                <a16:creationId xmlns:a16="http://schemas.microsoft.com/office/drawing/2014/main" id="{017AF93E-9C1C-D772-3F89-10E8B1D0BAE1}"/>
              </a:ext>
            </a:extLst>
          </p:cNvPr>
          <p:cNvSpPr>
            <a:spLocks noGrp="1" noChangeArrowheads="1"/>
          </p:cNvSpPr>
          <p:nvPr>
            <p:ph type="title"/>
          </p:nvPr>
        </p:nvSpPr>
        <p:spPr/>
        <p:txBody>
          <a:bodyPr/>
          <a:lstStyle/>
          <a:p>
            <a:pPr>
              <a:defRPr/>
            </a:pPr>
            <a:r>
              <a:rPr lang="pt-BR" altLang="zh-CN" dirty="0">
                <a:effectLst/>
                <a:ea typeface="SimSun" panose="02010600030101010101" pitchFamily="2" charset="-122"/>
              </a:rPr>
              <a:t>6.3 - </a:t>
            </a:r>
            <a:r>
              <a:rPr lang="pt-BR" altLang="zh-CN" dirty="0" err="1">
                <a:effectLst/>
                <a:ea typeface="SimSun" panose="02010600030101010101" pitchFamily="2" charset="-122"/>
              </a:rPr>
              <a:t>Arrays</a:t>
            </a:r>
            <a:r>
              <a:rPr lang="pt-BR" altLang="zh-CN" dirty="0">
                <a:effectLst/>
                <a:ea typeface="SimSun" panose="02010600030101010101" pitchFamily="2" charset="-122"/>
              </a:rPr>
              <a:t> Multidimensionais </a:t>
            </a:r>
            <a:br>
              <a:rPr lang="pt-BR" altLang="zh-CN" dirty="0">
                <a:effectLst/>
                <a:ea typeface="SimSun" panose="02010600030101010101" pitchFamily="2" charset="-122"/>
              </a:rPr>
            </a:br>
            <a:r>
              <a:rPr lang="pt-BR" altLang="zh-CN" dirty="0">
                <a:effectLst/>
                <a:ea typeface="SimSun" panose="02010600030101010101" pitchFamily="2" charset="-122"/>
              </a:rPr>
              <a:t>Declaração e inicialização</a:t>
            </a:r>
            <a:r>
              <a:rPr lang="pt-BR" altLang="zh-CN" dirty="0">
                <a:ea typeface="SimSun" panose="02010600030101010101" pitchFamily="2" charset="-122"/>
              </a:rPr>
              <a:t>  </a:t>
            </a:r>
            <a:endParaRPr lang="pt-BR" altLang="pt-BR" dirty="0">
              <a:ea typeface="SimSun" panose="02010600030101010101" pitchFamily="2" charset="-122"/>
            </a:endParaRPr>
          </a:p>
        </p:txBody>
      </p:sp>
      <p:sp>
        <p:nvSpPr>
          <p:cNvPr id="58372" name="Rectangle 3">
            <a:extLst>
              <a:ext uri="{FF2B5EF4-FFF2-40B4-BE49-F238E27FC236}">
                <a16:creationId xmlns:a16="http://schemas.microsoft.com/office/drawing/2014/main" id="{846A32DC-9B69-F54F-9A5D-62540FD08227}"/>
              </a:ext>
            </a:extLst>
          </p:cNvPr>
          <p:cNvSpPr>
            <a:spLocks noGrp="1" noChangeArrowheads="1"/>
          </p:cNvSpPr>
          <p:nvPr>
            <p:ph type="body" idx="1"/>
          </p:nvPr>
        </p:nvSpPr>
        <p:spPr/>
        <p:txBody>
          <a:bodyPr/>
          <a:lstStyle/>
          <a:p>
            <a:pPr algn="l">
              <a:buFont typeface="Wingdings" panose="05000000000000000000" pitchFamily="2" charset="2"/>
              <a:buChar char="n"/>
            </a:pPr>
            <a:r>
              <a:rPr lang="pt-BR" altLang="zh-CN" b="1" dirty="0">
                <a:effectLst/>
                <a:ea typeface="SimSun" panose="02010600030101010101" pitchFamily="2" charset="-122"/>
              </a:rPr>
              <a:t>   Exemplo:</a:t>
            </a:r>
            <a:r>
              <a:rPr lang="pt-BR" altLang="zh-CN" dirty="0">
                <a:effectLst/>
                <a:ea typeface="SimSun" panose="02010600030101010101" pitchFamily="2" charset="-122"/>
              </a:rPr>
              <a:t> veja algumas declarações e inicializações de vetores de mais de uma dimensão.</a:t>
            </a:r>
          </a:p>
          <a:p>
            <a:pPr algn="l"/>
            <a:r>
              <a:rPr lang="pt-BR" altLang="zh-CN" dirty="0">
                <a:effectLst/>
                <a:ea typeface="SimSun" panose="02010600030101010101" pitchFamily="2" charset="-122"/>
              </a:rPr>
              <a:t>float A[3][3] = {{8.4,7.4,5.7},{6.9,6.7,4.9},  {4.5,6.4,8.6},</a:t>
            </a:r>
          </a:p>
          <a:p>
            <a:pPr algn="l"/>
            <a:r>
              <a:rPr lang="pt-BR" altLang="zh-CN" dirty="0">
                <a:effectLst/>
                <a:ea typeface="SimSun" panose="02010600030101010101" pitchFamily="2" charset="-122"/>
              </a:rPr>
              <a:t>                    	</a:t>
            </a:r>
          </a:p>
        </p:txBody>
      </p:sp>
      <p:pic>
        <p:nvPicPr>
          <p:cNvPr id="58373" name="Imagem 2">
            <a:extLst>
              <a:ext uri="{FF2B5EF4-FFF2-40B4-BE49-F238E27FC236}">
                <a16:creationId xmlns:a16="http://schemas.microsoft.com/office/drawing/2014/main" id="{B27A2732-ADBE-2EFE-E144-688312C193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1089" y="2643188"/>
            <a:ext cx="1857375" cy="386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Espaço Reservado para Número de Slide 6">
            <a:extLst>
              <a:ext uri="{FF2B5EF4-FFF2-40B4-BE49-F238E27FC236}">
                <a16:creationId xmlns:a16="http://schemas.microsoft.com/office/drawing/2014/main" id="{0941A0CE-24B6-7E9E-EB57-EA4E4C1F79BA}"/>
              </a:ext>
            </a:extLst>
          </p:cNvPr>
          <p:cNvSpPr>
            <a:spLocks noGrp="1"/>
          </p:cNvSpPr>
          <p:nvPr>
            <p:ph type="sldNum" sz="quarter" idx="12"/>
          </p:nvPr>
        </p:nvSpPr>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defRPr/>
            </a:pPr>
            <a:fld id="{7D210FB5-C7C9-4793-93ED-0FEF07B444AA}" type="slidenum">
              <a:rPr lang="pt-BR" altLang="pt-BR" smtClean="0">
                <a:solidFill>
                  <a:srgbClr val="000000"/>
                </a:solidFill>
                <a:latin typeface="Arial" panose="020B0604020202020204" pitchFamily="34" charset="0"/>
              </a:rPr>
              <a:pPr>
                <a:defRPr/>
              </a:pPr>
              <a:t>29</a:t>
            </a:fld>
            <a:endParaRPr lang="pt-BR" altLang="pt-BR">
              <a:solidFill>
                <a:srgbClr val="000000"/>
              </a:solidFill>
              <a:latin typeface="Arial" panose="020B0604020202020204" pitchFamily="34" charset="0"/>
            </a:endParaRPr>
          </a:p>
        </p:txBody>
      </p:sp>
      <p:sp>
        <p:nvSpPr>
          <p:cNvPr id="1558530" name="Rectangle 2">
            <a:extLst>
              <a:ext uri="{FF2B5EF4-FFF2-40B4-BE49-F238E27FC236}">
                <a16:creationId xmlns:a16="http://schemas.microsoft.com/office/drawing/2014/main" id="{1F060BE8-7A9D-BEA6-9007-FC82F424B9C8}"/>
              </a:ext>
            </a:extLst>
          </p:cNvPr>
          <p:cNvSpPr>
            <a:spLocks noGrp="1" noChangeArrowheads="1"/>
          </p:cNvSpPr>
          <p:nvPr>
            <p:ph type="title"/>
          </p:nvPr>
        </p:nvSpPr>
        <p:spPr/>
        <p:txBody>
          <a:bodyPr/>
          <a:lstStyle/>
          <a:p>
            <a:pPr>
              <a:defRPr/>
            </a:pPr>
            <a:r>
              <a:rPr lang="pt-BR" altLang="zh-CN" dirty="0">
                <a:effectLst/>
                <a:ea typeface="SimSun" panose="02010600030101010101" pitchFamily="2" charset="-122"/>
              </a:rPr>
              <a:t>6.3 - </a:t>
            </a:r>
            <a:r>
              <a:rPr lang="pt-BR" altLang="zh-CN" dirty="0" err="1">
                <a:effectLst/>
                <a:ea typeface="SimSun" panose="02010600030101010101" pitchFamily="2" charset="-122"/>
              </a:rPr>
              <a:t>Arrays</a:t>
            </a:r>
            <a:r>
              <a:rPr lang="pt-BR" altLang="zh-CN" dirty="0">
                <a:effectLst/>
                <a:ea typeface="SimSun" panose="02010600030101010101" pitchFamily="2" charset="-122"/>
              </a:rPr>
              <a:t> Multidimensionais </a:t>
            </a:r>
            <a:br>
              <a:rPr lang="pt-BR" altLang="zh-CN" dirty="0">
                <a:effectLst/>
                <a:ea typeface="SimSun" panose="02010600030101010101" pitchFamily="2" charset="-122"/>
              </a:rPr>
            </a:br>
            <a:r>
              <a:rPr lang="pt-BR" altLang="zh-CN" dirty="0">
                <a:effectLst/>
                <a:ea typeface="SimSun" panose="02010600030101010101" pitchFamily="2" charset="-122"/>
              </a:rPr>
              <a:t>Declaração e inicialização</a:t>
            </a:r>
            <a:r>
              <a:rPr lang="pt-BR" altLang="zh-CN" dirty="0">
                <a:ea typeface="SimSun" panose="02010600030101010101" pitchFamily="2" charset="-122"/>
              </a:rPr>
              <a:t>  </a:t>
            </a:r>
            <a:endParaRPr lang="pt-BR" altLang="pt-BR" dirty="0">
              <a:ea typeface="SimSun" panose="02010600030101010101" pitchFamily="2" charset="-122"/>
            </a:endParaRPr>
          </a:p>
        </p:txBody>
      </p:sp>
      <p:sp>
        <p:nvSpPr>
          <p:cNvPr id="1558531" name="Rectangle 3">
            <a:extLst>
              <a:ext uri="{FF2B5EF4-FFF2-40B4-BE49-F238E27FC236}">
                <a16:creationId xmlns:a16="http://schemas.microsoft.com/office/drawing/2014/main" id="{F275CF78-05C5-DD88-10B1-1A92802D0CC9}"/>
              </a:ext>
            </a:extLst>
          </p:cNvPr>
          <p:cNvSpPr>
            <a:spLocks noGrp="1" noChangeArrowheads="1"/>
          </p:cNvSpPr>
          <p:nvPr>
            <p:ph type="body" sz="half" idx="1"/>
          </p:nvPr>
        </p:nvSpPr>
        <p:spPr>
          <a:xfrm>
            <a:off x="1981201" y="1557338"/>
            <a:ext cx="8075613" cy="4608512"/>
          </a:xfrm>
        </p:spPr>
        <p:txBody>
          <a:bodyPr/>
          <a:lstStyle/>
          <a:p>
            <a:pPr marL="0" indent="0" algn="l">
              <a:buFont typeface="Wingdings" panose="05000000000000000000" pitchFamily="2" charset="2"/>
              <a:buChar char="n"/>
              <a:defRPr/>
            </a:pPr>
            <a:r>
              <a:rPr lang="pt-BR" altLang="zh-CN" sz="1600" b="1">
                <a:effectLst/>
                <a:ea typeface="SimSun" panose="02010600030101010101" pitchFamily="2" charset="-122"/>
              </a:rPr>
              <a:t>Exemplo:</a:t>
            </a:r>
            <a:endParaRPr lang="pt-BR" altLang="zh-CN" sz="1600">
              <a:effectLst/>
              <a:ea typeface="SimSun" panose="02010600030101010101" pitchFamily="2" charset="-122"/>
            </a:endParaRPr>
          </a:p>
          <a:p>
            <a:pPr marL="0" indent="0" algn="l">
              <a:defRPr/>
            </a:pPr>
            <a:r>
              <a:rPr lang="pt-BR" altLang="zh-CN" sz="1600">
                <a:effectLst/>
                <a:ea typeface="SimSun" panose="02010600030101010101" pitchFamily="2" charset="-122"/>
              </a:rPr>
              <a:t>int tabela[2][3][2] = {{{10,15}, {20,25}, {30,35}}, {{40,45}, {50,55}, {60,65}}};</a:t>
            </a:r>
          </a:p>
          <a:p>
            <a:pPr marL="0" indent="0" algn="l">
              <a:buFont typeface="Wingdings" panose="05000000000000000000" pitchFamily="2" charset="2"/>
              <a:buChar char="n"/>
              <a:defRPr/>
            </a:pPr>
            <a:r>
              <a:rPr lang="pt-BR" altLang="zh-CN" sz="1600">
                <a:effectLst/>
                <a:ea typeface="SimSun" panose="02010600030101010101" pitchFamily="2" charset="-122"/>
              </a:rPr>
              <a:t>  Neste exemplo, tabela é um vetor de três dimensões ([][][]). Este vetor é composto de 2 vetores de 3 sub-vetores de 2 elementos cada.</a:t>
            </a:r>
            <a:r>
              <a:rPr lang="pt-BR" altLang="zh-CN" sz="1600">
                <a:ea typeface="SimSun" panose="02010600030101010101" pitchFamily="2" charset="-122"/>
              </a:rPr>
              <a:t> </a:t>
            </a:r>
          </a:p>
        </p:txBody>
      </p:sp>
      <p:graphicFrame>
        <p:nvGraphicFramePr>
          <p:cNvPr id="1558661" name="Group 133">
            <a:extLst>
              <a:ext uri="{FF2B5EF4-FFF2-40B4-BE49-F238E27FC236}">
                <a16:creationId xmlns:a16="http://schemas.microsoft.com/office/drawing/2014/main" id="{E1565414-2EF7-3CB9-06F6-447BABD1D4CF}"/>
              </a:ext>
            </a:extLst>
          </p:cNvPr>
          <p:cNvGraphicFramePr>
            <a:graphicFrameLocks noGrp="1"/>
          </p:cNvGraphicFramePr>
          <p:nvPr>
            <p:ph sz="half" idx="2"/>
          </p:nvPr>
        </p:nvGraphicFramePr>
        <p:xfrm>
          <a:off x="2566988" y="3717926"/>
          <a:ext cx="6851650" cy="1281113"/>
        </p:xfrm>
        <a:graphic>
          <a:graphicData uri="http://schemas.openxmlformats.org/drawingml/2006/table">
            <a:tbl>
              <a:tblPr/>
              <a:tblGrid>
                <a:gridCol w="1712912">
                  <a:extLst>
                    <a:ext uri="{9D8B030D-6E8A-4147-A177-3AD203B41FA5}">
                      <a16:colId xmlns:a16="http://schemas.microsoft.com/office/drawing/2014/main" val="20000"/>
                    </a:ext>
                  </a:extLst>
                </a:gridCol>
                <a:gridCol w="1716088">
                  <a:extLst>
                    <a:ext uri="{9D8B030D-6E8A-4147-A177-3AD203B41FA5}">
                      <a16:colId xmlns:a16="http://schemas.microsoft.com/office/drawing/2014/main" val="20001"/>
                    </a:ext>
                  </a:extLst>
                </a:gridCol>
                <a:gridCol w="1706562">
                  <a:extLst>
                    <a:ext uri="{9D8B030D-6E8A-4147-A177-3AD203B41FA5}">
                      <a16:colId xmlns:a16="http://schemas.microsoft.com/office/drawing/2014/main" val="20002"/>
                    </a:ext>
                  </a:extLst>
                </a:gridCol>
                <a:gridCol w="1716088">
                  <a:extLst>
                    <a:ext uri="{9D8B030D-6E8A-4147-A177-3AD203B41FA5}">
                      <a16:colId xmlns:a16="http://schemas.microsoft.com/office/drawing/2014/main" val="20003"/>
                    </a:ext>
                  </a:extLst>
                </a:gridCol>
              </a:tblGrid>
              <a:tr h="479425">
                <a:tc>
                  <a:txBody>
                    <a:bodyPr/>
                    <a:lstStyle>
                      <a:lvl1pPr algn="ctr">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C0C0C0"/>
                            </a:outerShdw>
                          </a:effectLst>
                          <a:latin typeface="Tahoma" panose="020B0604030504040204" pitchFamily="34" charset="0"/>
                        </a:defRPr>
                      </a:lvl1pPr>
                      <a:lvl2pPr>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2pPr>
                      <a:lvl3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3pPr>
                      <a:lvl4pPr>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4pPr>
                      <a:lvl5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
                          <a:schemeClr val="hlink"/>
                        </a:buClr>
                        <a:buSzPct val="65000"/>
                        <a:buFont typeface="Wingdings" panose="05000000000000000000" pitchFamily="2" charset="2"/>
                        <a:buNone/>
                        <a:tabLst/>
                      </a:pPr>
                      <a:endParaRPr kumimoji="0" lang="pt-BR" altLang="pt-BR" sz="1600" b="0" i="0" u="none" strike="noStrike" cap="none" normalizeH="0" baseline="0">
                        <a:ln>
                          <a:noFill/>
                        </a:ln>
                        <a:solidFill>
                          <a:srgbClr val="000000"/>
                        </a:solidFill>
                        <a:effectLst>
                          <a:outerShdw blurRad="38100" dist="38100" dir="2700000" algn="tl">
                            <a:srgbClr val="C0C0C0"/>
                          </a:outerShdw>
                        </a:effectLst>
                        <a:latin typeface="Tahoma" panose="020B0604030504040204" pitchFamily="34" charset="0"/>
                      </a:endParaRPr>
                    </a:p>
                  </a:txBody>
                  <a:tcPr horzOverflow="overflow">
                    <a:lnL cap="flat">
                      <a:noFill/>
                    </a:lnL>
                    <a:lnR w="12700" cap="flat" cmpd="sng" algn="ctr">
                      <a:solidFill>
                        <a:srgbClr val="000000"/>
                      </a:solidFill>
                      <a:prstDash val="solid"/>
                      <a:round/>
                      <a:headEnd type="none" w="med" len="med"/>
                      <a:tailEnd type="none" w="med" len="med"/>
                    </a:lnR>
                    <a:lnT cap="flat">
                      <a:noFill/>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algn="ctr">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FFFFFF"/>
                            </a:outerShdw>
                          </a:effectLst>
                          <a:latin typeface="Tahoma" panose="020B0604030504040204" pitchFamily="34" charset="0"/>
                        </a:defRPr>
                      </a:lvl1pPr>
                      <a:lvl2pPr>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2pPr>
                      <a:lvl3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3pPr>
                      <a:lvl4pPr>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4pPr>
                      <a:lvl5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
                          <a:schemeClr val="hlink"/>
                        </a:buClr>
                        <a:buSzPct val="65000"/>
                        <a:buFont typeface="Wingdings" panose="05000000000000000000" pitchFamily="2" charset="2"/>
                        <a:buNone/>
                        <a:tabLst/>
                      </a:pPr>
                      <a:r>
                        <a:rPr kumimoji="0" lang="pt-BR" altLang="pt-BR" sz="1600" b="0" i="0" u="none" strike="noStrike" cap="none" normalizeH="0" baseline="0">
                          <a:ln>
                            <a:noFill/>
                          </a:ln>
                          <a:solidFill>
                            <a:srgbClr val="000000"/>
                          </a:solidFill>
                          <a:effectLst>
                            <a:outerShdw blurRad="38100" dist="38100" dir="2700000" algn="tl">
                              <a:srgbClr val="FFFFFF"/>
                            </a:outerShdw>
                          </a:effectLst>
                          <a:latin typeface="Tahoma" panose="020B0604030504040204" pitchFamily="34" charset="0"/>
                        </a:rPr>
                        <a:t>Coluna 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A4A4D0"/>
                    </a:solidFill>
                  </a:tcPr>
                </a:tc>
                <a:tc>
                  <a:txBody>
                    <a:bodyPr/>
                    <a:lstStyle>
                      <a:lvl1pPr algn="ctr">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FFFFFF"/>
                            </a:outerShdw>
                          </a:effectLst>
                          <a:latin typeface="Tahoma" panose="020B0604030504040204" pitchFamily="34" charset="0"/>
                        </a:defRPr>
                      </a:lvl1pPr>
                      <a:lvl2pPr>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2pPr>
                      <a:lvl3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3pPr>
                      <a:lvl4pPr>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4pPr>
                      <a:lvl5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
                          <a:schemeClr val="hlink"/>
                        </a:buClr>
                        <a:buSzPct val="65000"/>
                        <a:buFont typeface="Wingdings" panose="05000000000000000000" pitchFamily="2" charset="2"/>
                        <a:buNone/>
                        <a:tabLst/>
                      </a:pPr>
                      <a:r>
                        <a:rPr kumimoji="0" lang="pt-BR" altLang="pt-BR" sz="1600" b="0" i="0" u="none" strike="noStrike" cap="none" normalizeH="0" baseline="0">
                          <a:ln>
                            <a:noFill/>
                          </a:ln>
                          <a:solidFill>
                            <a:srgbClr val="000000"/>
                          </a:solidFill>
                          <a:effectLst>
                            <a:outerShdw blurRad="38100" dist="38100" dir="2700000" algn="tl">
                              <a:srgbClr val="FFFFFF"/>
                            </a:outerShdw>
                          </a:effectLst>
                          <a:latin typeface="Tahoma" panose="020B0604030504040204" pitchFamily="34" charset="0"/>
                        </a:rPr>
                        <a:t>Coluna 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A4A4D0"/>
                    </a:solidFill>
                  </a:tcPr>
                </a:tc>
                <a:tc>
                  <a:txBody>
                    <a:bodyPr/>
                    <a:lstStyle>
                      <a:lvl1pPr algn="ctr">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FFFFFF"/>
                            </a:outerShdw>
                          </a:effectLst>
                          <a:latin typeface="Tahoma" panose="020B0604030504040204" pitchFamily="34" charset="0"/>
                        </a:defRPr>
                      </a:lvl1pPr>
                      <a:lvl2pPr>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2pPr>
                      <a:lvl3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3pPr>
                      <a:lvl4pPr>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4pPr>
                      <a:lvl5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
                          <a:schemeClr val="hlink"/>
                        </a:buClr>
                        <a:buSzPct val="65000"/>
                        <a:buFont typeface="Wingdings" panose="05000000000000000000" pitchFamily="2" charset="2"/>
                        <a:buNone/>
                        <a:tabLst/>
                      </a:pPr>
                      <a:r>
                        <a:rPr kumimoji="0" lang="pt-BR" altLang="pt-BR" sz="1600" b="0" i="0" u="none" strike="noStrike" cap="none" normalizeH="0" baseline="0">
                          <a:ln>
                            <a:noFill/>
                          </a:ln>
                          <a:solidFill>
                            <a:srgbClr val="000000"/>
                          </a:solidFill>
                          <a:effectLst>
                            <a:outerShdw blurRad="38100" dist="38100" dir="2700000" algn="tl">
                              <a:srgbClr val="FFFFFF"/>
                            </a:outerShdw>
                          </a:effectLst>
                          <a:latin typeface="Tahoma" panose="020B0604030504040204" pitchFamily="34" charset="0"/>
                        </a:rPr>
                        <a:t>Coluna 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A4A4D0"/>
                    </a:solidFill>
                  </a:tcPr>
                </a:tc>
                <a:extLst>
                  <a:ext uri="{0D108BD9-81ED-4DB2-BD59-A6C34878D82A}">
                    <a16:rowId xmlns:a16="http://schemas.microsoft.com/office/drawing/2014/main" val="10000"/>
                  </a:ext>
                </a:extLst>
              </a:tr>
              <a:tr h="400050">
                <a:tc>
                  <a:txBody>
                    <a:bodyPr/>
                    <a:lstStyle>
                      <a:lvl1pPr algn="ctr">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FFFFFF"/>
                            </a:outerShdw>
                          </a:effectLst>
                          <a:latin typeface="Tahoma" panose="020B0604030504040204" pitchFamily="34" charset="0"/>
                        </a:defRPr>
                      </a:lvl1pPr>
                      <a:lvl2pPr>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2pPr>
                      <a:lvl3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3pPr>
                      <a:lvl4pPr>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4pPr>
                      <a:lvl5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50000"/>
                        </a:spcAft>
                        <a:buClr>
                          <a:schemeClr val="hlink"/>
                        </a:buClr>
                        <a:buSzPct val="65000"/>
                        <a:buFont typeface="Wingdings" panose="05000000000000000000" pitchFamily="2" charset="2"/>
                        <a:buNone/>
                        <a:tabLst/>
                      </a:pPr>
                      <a:r>
                        <a:rPr kumimoji="0" lang="pt-BR" altLang="pt-BR" sz="1600" b="0" i="0" u="none" strike="noStrike" cap="none" normalizeH="0" baseline="0">
                          <a:ln>
                            <a:noFill/>
                          </a:ln>
                          <a:solidFill>
                            <a:srgbClr val="000000"/>
                          </a:solidFill>
                          <a:effectLst>
                            <a:outerShdw blurRad="38100" dist="38100" dir="2700000" algn="tl">
                              <a:srgbClr val="FFFFFF"/>
                            </a:outerShdw>
                          </a:effectLst>
                          <a:latin typeface="Tahoma" panose="020B0604030504040204" pitchFamily="34" charset="0"/>
                        </a:rPr>
                        <a:t>Linha 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A4A4D0"/>
                    </a:solidFill>
                  </a:tcPr>
                </a:tc>
                <a:tc>
                  <a:txBody>
                    <a:bodyPr/>
                    <a:lstStyle>
                      <a:lvl1pPr algn="ctr">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C0C0C0"/>
                            </a:outerShdw>
                          </a:effectLst>
                          <a:latin typeface="Tahoma" panose="020B0604030504040204" pitchFamily="34" charset="0"/>
                        </a:defRPr>
                      </a:lvl1pPr>
                      <a:lvl2pPr>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2pPr>
                      <a:lvl3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3pPr>
                      <a:lvl4pPr>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4pPr>
                      <a:lvl5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50000"/>
                        </a:spcAft>
                        <a:buClr>
                          <a:schemeClr val="hlink"/>
                        </a:buClr>
                        <a:buSzPct val="65000"/>
                        <a:buFont typeface="Wingdings" panose="05000000000000000000" pitchFamily="2" charset="2"/>
                        <a:buNone/>
                        <a:tabLst/>
                      </a:pPr>
                      <a:r>
                        <a:rPr kumimoji="0" lang="pt-BR" altLang="zh-CN" sz="2000" b="0" i="0" u="none" strike="noStrike" cap="none" normalizeH="0" baseline="0">
                          <a:ln>
                            <a:noFill/>
                          </a:ln>
                          <a:solidFill>
                            <a:srgbClr val="000000"/>
                          </a:solidFill>
                          <a:effectLst/>
                          <a:latin typeface="Tahoma" panose="020B0604030504040204" pitchFamily="34" charset="0"/>
                          <a:ea typeface="SimSun" panose="02010600030101010101" pitchFamily="2" charset="-122"/>
                        </a:rPr>
                        <a:t>10, 15 </a:t>
                      </a:r>
                      <a:endParaRPr kumimoji="0" lang="pt-BR" altLang="pt-BR" sz="2000" b="0" i="0" u="none" strike="noStrike" cap="none" normalizeH="0" baseline="0">
                        <a:ln>
                          <a:noFill/>
                        </a:ln>
                        <a:solidFill>
                          <a:srgbClr val="000000"/>
                        </a:solidFill>
                        <a:effectLst/>
                        <a:latin typeface="Tahoma" panose="020B0604030504040204" pitchFamily="34" charset="0"/>
                        <a:ea typeface="SimSun"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ctr">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C0C0C0"/>
                            </a:outerShdw>
                          </a:effectLst>
                          <a:latin typeface="Tahoma" panose="020B0604030504040204" pitchFamily="34" charset="0"/>
                        </a:defRPr>
                      </a:lvl1pPr>
                      <a:lvl2pPr>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2pPr>
                      <a:lvl3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3pPr>
                      <a:lvl4pPr>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4pPr>
                      <a:lvl5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50000"/>
                        </a:spcAft>
                        <a:buClr>
                          <a:schemeClr val="hlink"/>
                        </a:buClr>
                        <a:buSzPct val="65000"/>
                        <a:buFont typeface="Wingdings" panose="05000000000000000000" pitchFamily="2" charset="2"/>
                        <a:buNone/>
                        <a:tabLst/>
                      </a:pPr>
                      <a:r>
                        <a:rPr kumimoji="0" lang="pt-BR" altLang="zh-CN" sz="2000" b="0" i="0" u="none" strike="noStrike" cap="none" normalizeH="0" baseline="0">
                          <a:ln>
                            <a:noFill/>
                          </a:ln>
                          <a:solidFill>
                            <a:srgbClr val="000000"/>
                          </a:solidFill>
                          <a:effectLst/>
                          <a:latin typeface="Tahoma" panose="020B0604030504040204" pitchFamily="34" charset="0"/>
                          <a:ea typeface="SimSun" panose="02010600030101010101" pitchFamily="2" charset="-122"/>
                        </a:rPr>
                        <a:t>20, 25 </a:t>
                      </a:r>
                      <a:endParaRPr kumimoji="0" lang="pt-BR" altLang="pt-BR" sz="2000" b="0" i="0" u="none" strike="noStrike" cap="none" normalizeH="0" baseline="0">
                        <a:ln>
                          <a:noFill/>
                        </a:ln>
                        <a:solidFill>
                          <a:srgbClr val="000000"/>
                        </a:solidFill>
                        <a:effectLst/>
                        <a:latin typeface="Tahoma" panose="020B0604030504040204" pitchFamily="34" charset="0"/>
                        <a:ea typeface="SimSun"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ctr">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C0C0C0"/>
                            </a:outerShdw>
                          </a:effectLst>
                          <a:latin typeface="Tahoma" panose="020B0604030504040204" pitchFamily="34" charset="0"/>
                        </a:defRPr>
                      </a:lvl1pPr>
                      <a:lvl2pPr>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2pPr>
                      <a:lvl3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3pPr>
                      <a:lvl4pPr>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4pPr>
                      <a:lvl5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50000"/>
                        </a:spcAft>
                        <a:buClr>
                          <a:schemeClr val="hlink"/>
                        </a:buClr>
                        <a:buSzPct val="65000"/>
                        <a:buFont typeface="Wingdings" panose="05000000000000000000" pitchFamily="2" charset="2"/>
                        <a:buNone/>
                        <a:tabLst/>
                      </a:pPr>
                      <a:r>
                        <a:rPr kumimoji="0" lang="pt-BR" altLang="zh-CN" sz="2000" b="0" i="0" u="none" strike="noStrike" cap="none" normalizeH="0" baseline="0">
                          <a:ln>
                            <a:noFill/>
                          </a:ln>
                          <a:solidFill>
                            <a:srgbClr val="000000"/>
                          </a:solidFill>
                          <a:effectLst/>
                          <a:latin typeface="Tahoma" panose="020B0604030504040204" pitchFamily="34" charset="0"/>
                          <a:ea typeface="SimSun" panose="02010600030101010101" pitchFamily="2" charset="-122"/>
                        </a:rPr>
                        <a:t>30, 35</a:t>
                      </a:r>
                      <a:endParaRPr kumimoji="0" lang="pt-BR" altLang="pt-BR" sz="2000" b="0" i="0" u="none" strike="noStrike" cap="none" normalizeH="0" baseline="0">
                        <a:ln>
                          <a:noFill/>
                        </a:ln>
                        <a:solidFill>
                          <a:srgbClr val="000000"/>
                        </a:solidFill>
                        <a:effectLst/>
                        <a:latin typeface="Tahoma" panose="020B0604030504040204" pitchFamily="34" charset="0"/>
                        <a:ea typeface="SimSun"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1638">
                <a:tc>
                  <a:txBody>
                    <a:bodyPr/>
                    <a:lstStyle>
                      <a:lvl1pPr algn="ctr">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FFFFFF"/>
                            </a:outerShdw>
                          </a:effectLst>
                          <a:latin typeface="Tahoma" panose="020B0604030504040204" pitchFamily="34" charset="0"/>
                        </a:defRPr>
                      </a:lvl1pPr>
                      <a:lvl2pPr>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2pPr>
                      <a:lvl3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3pPr>
                      <a:lvl4pPr>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4pPr>
                      <a:lvl5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50000"/>
                        </a:spcAft>
                        <a:buClr>
                          <a:schemeClr val="hlink"/>
                        </a:buClr>
                        <a:buSzPct val="65000"/>
                        <a:buFont typeface="Wingdings" panose="05000000000000000000" pitchFamily="2" charset="2"/>
                        <a:buNone/>
                        <a:tabLst/>
                      </a:pPr>
                      <a:r>
                        <a:rPr kumimoji="0" lang="pt-BR" altLang="pt-BR" sz="1600" b="0" i="0" u="none" strike="noStrike" cap="none" normalizeH="0" baseline="0">
                          <a:ln>
                            <a:noFill/>
                          </a:ln>
                          <a:solidFill>
                            <a:srgbClr val="000000"/>
                          </a:solidFill>
                          <a:effectLst>
                            <a:outerShdw blurRad="38100" dist="38100" dir="2700000" algn="tl">
                              <a:srgbClr val="FFFFFF"/>
                            </a:outerShdw>
                          </a:effectLst>
                          <a:latin typeface="Tahoma" panose="020B0604030504040204" pitchFamily="34" charset="0"/>
                        </a:rPr>
                        <a:t>Linha 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A4A4D0"/>
                    </a:solidFill>
                  </a:tcPr>
                </a:tc>
                <a:tc>
                  <a:txBody>
                    <a:bodyPr/>
                    <a:lstStyle>
                      <a:lvl1pPr algn="ctr">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C0C0C0"/>
                            </a:outerShdw>
                          </a:effectLst>
                          <a:latin typeface="Tahoma" panose="020B0604030504040204" pitchFamily="34" charset="0"/>
                        </a:defRPr>
                      </a:lvl1pPr>
                      <a:lvl2pPr>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2pPr>
                      <a:lvl3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3pPr>
                      <a:lvl4pPr>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4pPr>
                      <a:lvl5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50000"/>
                        </a:spcAft>
                        <a:buClr>
                          <a:schemeClr val="hlink"/>
                        </a:buClr>
                        <a:buSzPct val="65000"/>
                        <a:buFont typeface="Wingdings" panose="05000000000000000000" pitchFamily="2" charset="2"/>
                        <a:buNone/>
                        <a:tabLst/>
                      </a:pPr>
                      <a:r>
                        <a:rPr kumimoji="0" lang="pt-BR" altLang="zh-CN" sz="2000" b="0" i="0" u="none" strike="noStrike" cap="none" normalizeH="0" baseline="0">
                          <a:ln>
                            <a:noFill/>
                          </a:ln>
                          <a:solidFill>
                            <a:srgbClr val="000000"/>
                          </a:solidFill>
                          <a:effectLst/>
                          <a:latin typeface="Tahoma" panose="020B0604030504040204" pitchFamily="34" charset="0"/>
                          <a:ea typeface="SimSun" panose="02010600030101010101" pitchFamily="2" charset="-122"/>
                        </a:rPr>
                        <a:t>40, 45</a:t>
                      </a:r>
                      <a:r>
                        <a:rPr kumimoji="0" lang="pt-BR" altLang="pt-BR" sz="2000" b="0" i="0" u="none" strike="noStrike" cap="none" normalizeH="0" baseline="0">
                          <a:ln>
                            <a:noFill/>
                          </a:ln>
                          <a:solidFill>
                            <a:srgbClr val="000000"/>
                          </a:solidFill>
                          <a:effectLst>
                            <a:outerShdw blurRad="38100" dist="38100" dir="2700000" algn="tl">
                              <a:srgbClr val="C0C0C0"/>
                            </a:outerShdw>
                          </a:effectLst>
                          <a:latin typeface="Tahoma" panose="020B0604030504040204" pitchFamily="34" charset="0"/>
                        </a:rPr>
                        <a:t> </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ctr">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C0C0C0"/>
                            </a:outerShdw>
                          </a:effectLst>
                          <a:latin typeface="Tahoma" panose="020B0604030504040204" pitchFamily="34" charset="0"/>
                        </a:defRPr>
                      </a:lvl1pPr>
                      <a:lvl2pPr>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2pPr>
                      <a:lvl3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3pPr>
                      <a:lvl4pPr>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4pPr>
                      <a:lvl5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50000"/>
                        </a:spcAft>
                        <a:buClr>
                          <a:schemeClr val="hlink"/>
                        </a:buClr>
                        <a:buSzPct val="65000"/>
                        <a:buFont typeface="Wingdings" panose="05000000000000000000" pitchFamily="2" charset="2"/>
                        <a:buNone/>
                        <a:tabLst/>
                      </a:pPr>
                      <a:r>
                        <a:rPr kumimoji="0" lang="pt-BR" altLang="zh-CN" sz="2000" b="0" i="0" u="none" strike="noStrike" cap="none" normalizeH="0" baseline="0">
                          <a:ln>
                            <a:noFill/>
                          </a:ln>
                          <a:solidFill>
                            <a:srgbClr val="000000"/>
                          </a:solidFill>
                          <a:effectLst/>
                          <a:latin typeface="Tahoma" panose="020B0604030504040204" pitchFamily="34" charset="0"/>
                          <a:ea typeface="SimSun" panose="02010600030101010101" pitchFamily="2" charset="-122"/>
                        </a:rPr>
                        <a:t>50, 55</a:t>
                      </a:r>
                      <a:endParaRPr kumimoji="0" lang="pt-BR" altLang="pt-BR" sz="2000" b="0" i="0" u="none" strike="noStrike" cap="none" normalizeH="0" baseline="0">
                        <a:ln>
                          <a:noFill/>
                        </a:ln>
                        <a:solidFill>
                          <a:srgbClr val="000000"/>
                        </a:solidFill>
                        <a:effectLst/>
                        <a:latin typeface="Tahoma" panose="020B0604030504040204" pitchFamily="34" charset="0"/>
                        <a:ea typeface="SimSun"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ctr">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C0C0C0"/>
                            </a:outerShdw>
                          </a:effectLst>
                          <a:latin typeface="Tahoma" panose="020B0604030504040204" pitchFamily="34" charset="0"/>
                        </a:defRPr>
                      </a:lvl1pPr>
                      <a:lvl2pPr>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2pPr>
                      <a:lvl3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3pPr>
                      <a:lvl4pPr>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4pPr>
                      <a:lvl5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50000"/>
                        </a:spcAft>
                        <a:buClr>
                          <a:schemeClr val="hlink"/>
                        </a:buClr>
                        <a:buSzPct val="65000"/>
                        <a:buFont typeface="Wingdings" panose="05000000000000000000" pitchFamily="2" charset="2"/>
                        <a:buNone/>
                        <a:tabLst/>
                      </a:pPr>
                      <a:r>
                        <a:rPr kumimoji="0" lang="pt-BR" altLang="zh-CN" sz="2000" b="0" i="0" u="none" strike="noStrike" cap="none" normalizeH="0" baseline="0">
                          <a:ln>
                            <a:noFill/>
                          </a:ln>
                          <a:solidFill>
                            <a:srgbClr val="000000"/>
                          </a:solidFill>
                          <a:effectLst/>
                          <a:latin typeface="Tahoma" panose="020B0604030504040204" pitchFamily="34" charset="0"/>
                          <a:ea typeface="SimSun" panose="02010600030101010101" pitchFamily="2" charset="-122"/>
                        </a:rPr>
                        <a:t>60, 65</a:t>
                      </a:r>
                      <a:endParaRPr kumimoji="0" lang="pt-BR" altLang="pt-BR" sz="2000" b="0" i="0" u="none" strike="noStrike" cap="none" normalizeH="0" baseline="0">
                        <a:ln>
                          <a:noFill/>
                        </a:ln>
                        <a:solidFill>
                          <a:srgbClr val="000000"/>
                        </a:solidFill>
                        <a:effectLst/>
                        <a:latin typeface="Tahoma" panose="020B0604030504040204" pitchFamily="34" charset="0"/>
                        <a:ea typeface="SimSun"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558646" name="Freeform 118">
            <a:extLst>
              <a:ext uri="{FF2B5EF4-FFF2-40B4-BE49-F238E27FC236}">
                <a16:creationId xmlns:a16="http://schemas.microsoft.com/office/drawing/2014/main" id="{A8BF0512-61A5-A5F0-1BE9-52A71904EFAE}"/>
              </a:ext>
            </a:extLst>
          </p:cNvPr>
          <p:cNvSpPr>
            <a:spLocks/>
          </p:cNvSpPr>
          <p:nvPr/>
        </p:nvSpPr>
        <p:spPr bwMode="auto">
          <a:xfrm>
            <a:off x="2055813" y="2908301"/>
            <a:ext cx="455612" cy="369332"/>
          </a:xfrm>
          <a:custGeom>
            <a:avLst/>
            <a:gdLst>
              <a:gd name="T0" fmla="*/ 2147483646 w 287"/>
              <a:gd name="T1" fmla="*/ 0 h 1194"/>
              <a:gd name="T2" fmla="*/ 2147483646 w 287"/>
              <a:gd name="T3" fmla="*/ 2147483646 h 1194"/>
              <a:gd name="T4" fmla="*/ 2147483646 w 287"/>
              <a:gd name="T5" fmla="*/ 2147483646 h 1194"/>
              <a:gd name="T6" fmla="*/ 0 60000 65536"/>
              <a:gd name="T7" fmla="*/ 0 60000 65536"/>
              <a:gd name="T8" fmla="*/ 0 60000 65536"/>
            </a:gdLst>
            <a:ahLst/>
            <a:cxnLst>
              <a:cxn ang="T6">
                <a:pos x="T0" y="T1"/>
              </a:cxn>
              <a:cxn ang="T7">
                <a:pos x="T2" y="T3"/>
              </a:cxn>
              <a:cxn ang="T8">
                <a:pos x="T4" y="T5"/>
              </a:cxn>
            </a:cxnLst>
            <a:rect l="0" t="0" r="r" b="b"/>
            <a:pathLst>
              <a:path w="287" h="1194">
                <a:moveTo>
                  <a:pt x="196" y="0"/>
                </a:moveTo>
                <a:cubicBezTo>
                  <a:pt x="98" y="401"/>
                  <a:pt x="0" y="802"/>
                  <a:pt x="15" y="998"/>
                </a:cubicBezTo>
                <a:cubicBezTo>
                  <a:pt x="30" y="1194"/>
                  <a:pt x="158" y="1186"/>
                  <a:pt x="287" y="1179"/>
                </a:cubicBezTo>
              </a:path>
            </a:pathLst>
          </a:custGeom>
          <a:noFill/>
          <a:ln w="9525" cap="flat" cmpd="sng">
            <a:solidFill>
              <a:srgbClr val="00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pt-BR"/>
          </a:p>
        </p:txBody>
      </p:sp>
      <p:sp>
        <p:nvSpPr>
          <p:cNvPr id="1558648" name="Freeform 120">
            <a:extLst>
              <a:ext uri="{FF2B5EF4-FFF2-40B4-BE49-F238E27FC236}">
                <a16:creationId xmlns:a16="http://schemas.microsoft.com/office/drawing/2014/main" id="{CBF57B79-CE09-CED6-6481-A4BB2AD32104}"/>
              </a:ext>
            </a:extLst>
          </p:cNvPr>
          <p:cNvSpPr>
            <a:spLocks/>
          </p:cNvSpPr>
          <p:nvPr/>
        </p:nvSpPr>
        <p:spPr bwMode="auto">
          <a:xfrm>
            <a:off x="2089150" y="3916363"/>
            <a:ext cx="420688" cy="369332"/>
          </a:xfrm>
          <a:custGeom>
            <a:avLst/>
            <a:gdLst>
              <a:gd name="T0" fmla="*/ 2147483646 w 265"/>
              <a:gd name="T1" fmla="*/ 0 h 272"/>
              <a:gd name="T2" fmla="*/ 2147483646 w 265"/>
              <a:gd name="T3" fmla="*/ 2147483646 h 272"/>
              <a:gd name="T4" fmla="*/ 2147483646 w 265"/>
              <a:gd name="T5" fmla="*/ 2147483646 h 272"/>
              <a:gd name="T6" fmla="*/ 0 60000 65536"/>
              <a:gd name="T7" fmla="*/ 0 60000 65536"/>
              <a:gd name="T8" fmla="*/ 0 60000 65536"/>
            </a:gdLst>
            <a:ahLst/>
            <a:cxnLst>
              <a:cxn ang="T6">
                <a:pos x="T0" y="T1"/>
              </a:cxn>
              <a:cxn ang="T7">
                <a:pos x="T2" y="T3"/>
              </a:cxn>
              <a:cxn ang="T8">
                <a:pos x="T4" y="T5"/>
              </a:cxn>
            </a:cxnLst>
            <a:rect l="0" t="0" r="r" b="b"/>
            <a:pathLst>
              <a:path w="265" h="272">
                <a:moveTo>
                  <a:pt x="38" y="0"/>
                </a:moveTo>
                <a:cubicBezTo>
                  <a:pt x="19" y="91"/>
                  <a:pt x="0" y="182"/>
                  <a:pt x="38" y="227"/>
                </a:cubicBezTo>
                <a:cubicBezTo>
                  <a:pt x="76" y="272"/>
                  <a:pt x="170" y="272"/>
                  <a:pt x="265" y="272"/>
                </a:cubicBezTo>
              </a:path>
            </a:pathLst>
          </a:custGeom>
          <a:noFill/>
          <a:ln w="9525" cap="flat" cmpd="sng">
            <a:solidFill>
              <a:srgbClr val="00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pt-BR"/>
          </a:p>
        </p:txBody>
      </p:sp>
      <p:grpSp>
        <p:nvGrpSpPr>
          <p:cNvPr id="1558660" name="Group 132">
            <a:extLst>
              <a:ext uri="{FF2B5EF4-FFF2-40B4-BE49-F238E27FC236}">
                <a16:creationId xmlns:a16="http://schemas.microsoft.com/office/drawing/2014/main" id="{A25578D1-B2EC-0987-6C5A-B47E63AFB5C9}"/>
              </a:ext>
            </a:extLst>
          </p:cNvPr>
          <p:cNvGrpSpPr>
            <a:grpSpLocks/>
          </p:cNvGrpSpPr>
          <p:nvPr/>
        </p:nvGrpSpPr>
        <p:grpSpPr bwMode="auto">
          <a:xfrm>
            <a:off x="3575050" y="2890838"/>
            <a:ext cx="5113338" cy="792162"/>
            <a:chOff x="1292" y="1752"/>
            <a:chExt cx="3221" cy="499"/>
          </a:xfrm>
        </p:grpSpPr>
        <p:sp>
          <p:nvSpPr>
            <p:cNvPr id="60449" name="Line 125">
              <a:extLst>
                <a:ext uri="{FF2B5EF4-FFF2-40B4-BE49-F238E27FC236}">
                  <a16:creationId xmlns:a16="http://schemas.microsoft.com/office/drawing/2014/main" id="{B9AC6B29-73CC-6AEA-B93C-A0EF82C553A8}"/>
                </a:ext>
              </a:extLst>
            </p:cNvPr>
            <p:cNvSpPr>
              <a:spLocks noChangeShapeType="1"/>
            </p:cNvSpPr>
            <p:nvPr/>
          </p:nvSpPr>
          <p:spPr bwMode="auto">
            <a:xfrm>
              <a:off x="1292" y="1752"/>
              <a:ext cx="0" cy="27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pt-BR"/>
            </a:p>
          </p:txBody>
        </p:sp>
        <p:sp>
          <p:nvSpPr>
            <p:cNvPr id="60450" name="Line 126">
              <a:extLst>
                <a:ext uri="{FF2B5EF4-FFF2-40B4-BE49-F238E27FC236}">
                  <a16:creationId xmlns:a16="http://schemas.microsoft.com/office/drawing/2014/main" id="{C7F1A5EF-1AEF-B438-CC3F-92095D8CA7DC}"/>
                </a:ext>
              </a:extLst>
            </p:cNvPr>
            <p:cNvSpPr>
              <a:spLocks noChangeShapeType="1"/>
            </p:cNvSpPr>
            <p:nvPr/>
          </p:nvSpPr>
          <p:spPr bwMode="auto">
            <a:xfrm>
              <a:off x="1292" y="2024"/>
              <a:ext cx="3221"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pt-BR"/>
            </a:p>
          </p:txBody>
        </p:sp>
        <p:sp>
          <p:nvSpPr>
            <p:cNvPr id="60451" name="Line 127">
              <a:extLst>
                <a:ext uri="{FF2B5EF4-FFF2-40B4-BE49-F238E27FC236}">
                  <a16:creationId xmlns:a16="http://schemas.microsoft.com/office/drawing/2014/main" id="{C3341726-C9D5-B355-8114-6E68D7F9C0D0}"/>
                </a:ext>
              </a:extLst>
            </p:cNvPr>
            <p:cNvSpPr>
              <a:spLocks noChangeShapeType="1"/>
            </p:cNvSpPr>
            <p:nvPr/>
          </p:nvSpPr>
          <p:spPr bwMode="auto">
            <a:xfrm>
              <a:off x="2290" y="2024"/>
              <a:ext cx="0" cy="227"/>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pt-BR"/>
            </a:p>
          </p:txBody>
        </p:sp>
        <p:sp>
          <p:nvSpPr>
            <p:cNvPr id="60452" name="Line 128">
              <a:extLst>
                <a:ext uri="{FF2B5EF4-FFF2-40B4-BE49-F238E27FC236}">
                  <a16:creationId xmlns:a16="http://schemas.microsoft.com/office/drawing/2014/main" id="{15B32D83-FB33-9F81-A8A4-A5F0E2CF1415}"/>
                </a:ext>
              </a:extLst>
            </p:cNvPr>
            <p:cNvSpPr>
              <a:spLocks noChangeShapeType="1"/>
            </p:cNvSpPr>
            <p:nvPr/>
          </p:nvSpPr>
          <p:spPr bwMode="auto">
            <a:xfrm>
              <a:off x="3334" y="2024"/>
              <a:ext cx="0" cy="227"/>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pt-BR"/>
            </a:p>
          </p:txBody>
        </p:sp>
        <p:sp>
          <p:nvSpPr>
            <p:cNvPr id="60453" name="Line 129">
              <a:extLst>
                <a:ext uri="{FF2B5EF4-FFF2-40B4-BE49-F238E27FC236}">
                  <a16:creationId xmlns:a16="http://schemas.microsoft.com/office/drawing/2014/main" id="{E1270791-3784-5A3A-4998-B23215879892}"/>
                </a:ext>
              </a:extLst>
            </p:cNvPr>
            <p:cNvSpPr>
              <a:spLocks noChangeShapeType="1"/>
            </p:cNvSpPr>
            <p:nvPr/>
          </p:nvSpPr>
          <p:spPr bwMode="auto">
            <a:xfrm>
              <a:off x="4513" y="2024"/>
              <a:ext cx="0" cy="227"/>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pt-BR"/>
            </a:p>
          </p:txBody>
        </p:sp>
      </p:grpSp>
      <p:sp>
        <p:nvSpPr>
          <p:cNvPr id="1558658" name="Oval 130">
            <a:extLst>
              <a:ext uri="{FF2B5EF4-FFF2-40B4-BE49-F238E27FC236}">
                <a16:creationId xmlns:a16="http://schemas.microsoft.com/office/drawing/2014/main" id="{4689E851-38AA-A951-9799-05D721801D81}"/>
              </a:ext>
            </a:extLst>
          </p:cNvPr>
          <p:cNvSpPr>
            <a:spLocks noChangeArrowheads="1"/>
          </p:cNvSpPr>
          <p:nvPr/>
        </p:nvSpPr>
        <p:spPr bwMode="auto">
          <a:xfrm>
            <a:off x="4600575" y="4111507"/>
            <a:ext cx="259766" cy="519351"/>
          </a:xfrm>
          <a:prstGeom prst="ellipse">
            <a:avLst/>
          </a:prstGeom>
          <a:noFill/>
          <a:ln w="28575" algn="ctr">
            <a:solidFill>
              <a:srgbClr val="CC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spcBef>
                <a:spcPct val="20000"/>
              </a:spcBef>
              <a:spcAft>
                <a:spcPct val="50000"/>
              </a:spcAft>
              <a:buClr>
                <a:schemeClr val="hlink"/>
              </a:buClr>
              <a:buSzPct val="65000"/>
              <a:buFont typeface="Wingdings" panose="05000000000000000000" pitchFamily="2" charset="2"/>
              <a:defRPr>
                <a:solidFill>
                  <a:srgbClr val="000000"/>
                </a:solidFill>
                <a:latin typeface="Tahoma" panose="020B0604030504040204" pitchFamily="34" charset="0"/>
              </a:defRPr>
            </a:lvl1pPr>
            <a:lvl2pPr marL="742950" indent="-285750">
              <a:spcBef>
                <a:spcPct val="20000"/>
              </a:spcBef>
              <a:spcAft>
                <a:spcPct val="50000"/>
              </a:spcAft>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9pPr>
          </a:lstStyle>
          <a:p>
            <a:pPr algn="l">
              <a:spcBef>
                <a:spcPct val="0"/>
              </a:spcBef>
              <a:spcAft>
                <a:spcPct val="0"/>
              </a:spcAft>
              <a:buClrTx/>
              <a:buSzTx/>
              <a:buFontTx/>
              <a:buNone/>
            </a:pPr>
            <a:endParaRPr lang="pt-BR" altLang="pt-BR">
              <a:solidFill>
                <a:schemeClr val="tx1"/>
              </a:solidFill>
            </a:endParaRPr>
          </a:p>
        </p:txBody>
      </p:sp>
      <p:sp>
        <p:nvSpPr>
          <p:cNvPr id="1558659" name="Freeform 131">
            <a:extLst>
              <a:ext uri="{FF2B5EF4-FFF2-40B4-BE49-F238E27FC236}">
                <a16:creationId xmlns:a16="http://schemas.microsoft.com/office/drawing/2014/main" id="{4265219D-FEED-47E2-239D-41B7177D2857}"/>
              </a:ext>
            </a:extLst>
          </p:cNvPr>
          <p:cNvSpPr>
            <a:spLocks/>
          </p:cNvSpPr>
          <p:nvPr/>
        </p:nvSpPr>
        <p:spPr bwMode="auto">
          <a:xfrm>
            <a:off x="5159376" y="2895601"/>
            <a:ext cx="720725" cy="369332"/>
          </a:xfrm>
          <a:custGeom>
            <a:avLst/>
            <a:gdLst>
              <a:gd name="T0" fmla="*/ 0 w 454"/>
              <a:gd name="T1" fmla="*/ 0 h 726"/>
              <a:gd name="T2" fmla="*/ 2147483646 w 454"/>
              <a:gd name="T3" fmla="*/ 2147483646 h 726"/>
              <a:gd name="T4" fmla="*/ 2147483646 w 454"/>
              <a:gd name="T5" fmla="*/ 2147483646 h 726"/>
              <a:gd name="T6" fmla="*/ 0 60000 65536"/>
              <a:gd name="T7" fmla="*/ 0 60000 65536"/>
              <a:gd name="T8" fmla="*/ 0 60000 65536"/>
            </a:gdLst>
            <a:ahLst/>
            <a:cxnLst>
              <a:cxn ang="T6">
                <a:pos x="T0" y="T1"/>
              </a:cxn>
              <a:cxn ang="T7">
                <a:pos x="T2" y="T3"/>
              </a:cxn>
              <a:cxn ang="T8">
                <a:pos x="T4" y="T5"/>
              </a:cxn>
            </a:cxnLst>
            <a:rect l="0" t="0" r="r" b="b"/>
            <a:pathLst>
              <a:path w="454" h="726">
                <a:moveTo>
                  <a:pt x="0" y="0"/>
                </a:moveTo>
                <a:cubicBezTo>
                  <a:pt x="182" y="53"/>
                  <a:pt x="364" y="106"/>
                  <a:pt x="409" y="227"/>
                </a:cubicBezTo>
                <a:cubicBezTo>
                  <a:pt x="454" y="348"/>
                  <a:pt x="363" y="537"/>
                  <a:pt x="272" y="726"/>
                </a:cubicBezTo>
              </a:path>
            </a:pathLst>
          </a:custGeom>
          <a:noFill/>
          <a:ln w="19050" cap="flat" cmpd="sng">
            <a:solidFill>
              <a:srgbClr val="CC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pt-BR"/>
          </a:p>
        </p:txBody>
      </p:sp>
      <p:sp>
        <p:nvSpPr>
          <p:cNvPr id="1558662" name="Rectangle 134">
            <a:extLst>
              <a:ext uri="{FF2B5EF4-FFF2-40B4-BE49-F238E27FC236}">
                <a16:creationId xmlns:a16="http://schemas.microsoft.com/office/drawing/2014/main" id="{EED1C347-5CE2-9BC8-CD4E-D268643C07F6}"/>
              </a:ext>
            </a:extLst>
          </p:cNvPr>
          <p:cNvSpPr>
            <a:spLocks noChangeArrowheads="1"/>
          </p:cNvSpPr>
          <p:nvPr/>
        </p:nvSpPr>
        <p:spPr bwMode="auto">
          <a:xfrm>
            <a:off x="1919288" y="5262563"/>
            <a:ext cx="8032750" cy="1200150"/>
          </a:xfrm>
          <a:prstGeom prst="rect">
            <a:avLst/>
          </a:prstGeom>
          <a:gradFill rotWithShape="1">
            <a:gsLst>
              <a:gs pos="0">
                <a:schemeClr val="bg1">
                  <a:alpha val="14000"/>
                </a:schemeClr>
              </a:gs>
              <a:gs pos="50000">
                <a:schemeClr val="tx1"/>
              </a:gs>
              <a:gs pos="100000">
                <a:schemeClr val="bg1">
                  <a:alpha val="14000"/>
                </a:schemeClr>
              </a:gs>
            </a:gsLst>
            <a:lin ang="5400000" scaled="1"/>
          </a:gradFill>
          <a:ln w="9525" algn="ctr">
            <a:solidFill>
              <a:srgbClr val="000000"/>
            </a:solidFill>
            <a:miter lim="800000"/>
            <a:headEnd/>
            <a:tailEnd/>
          </a:ln>
          <a:effectLst/>
        </p:spPr>
        <p:txBody>
          <a:bodyPr>
            <a:spAutoFit/>
          </a:bodyPr>
          <a:lstStyle/>
          <a:p>
            <a:pPr>
              <a:defRPr/>
            </a:pPr>
            <a:r>
              <a:rPr lang="pt-BR" altLang="zh-CN">
                <a:effectLst>
                  <a:outerShdw blurRad="38100" dist="38100" dir="2700000" algn="tl">
                    <a:srgbClr val="C0C0C0"/>
                  </a:outerShdw>
                </a:effectLst>
                <a:ea typeface="SimSun" panose="02010600030101010101" pitchFamily="2" charset="-122"/>
              </a:rPr>
              <a:t> </a:t>
            </a:r>
            <a:r>
              <a:rPr lang="pt-BR" altLang="zh-CN">
                <a:solidFill>
                  <a:srgbClr val="000000"/>
                </a:solidFill>
                <a:ea typeface="SimSun" panose="02010600030101010101" pitchFamily="2" charset="-122"/>
              </a:rPr>
              <a:t>Para um outro exemplo, a declaração char Livro[72][30][30]; define uma variável capaz de armazenar os caracteres de um livro com até setenta e duas páginas, cada página possuindo trinta linhas e cada linha possuindo trinta colunas.</a:t>
            </a:r>
            <a:r>
              <a:rPr lang="pt-BR" altLang="zh-CN">
                <a:effectLst>
                  <a:outerShdw blurRad="38100" dist="38100" dir="2700000" algn="tl">
                    <a:srgbClr val="C0C0C0"/>
                  </a:outerShdw>
                </a:effectLst>
                <a:ea typeface="SimSun" panose="02010600030101010101" pitchFamily="2" charset="-122"/>
              </a:rPr>
              <a:t> </a:t>
            </a:r>
            <a:endParaRPr lang="es-ES" altLang="pt-BR">
              <a:effectLst>
                <a:outerShdw blurRad="38100" dist="38100" dir="2700000" algn="tl">
                  <a:srgbClr val="C0C0C0"/>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1558646"/>
                                        </p:tgtEl>
                                        <p:attrNameLst>
                                          <p:attrName>style.visibility</p:attrName>
                                        </p:attrNameLst>
                                      </p:cBhvr>
                                      <p:to>
                                        <p:strVal val="visible"/>
                                      </p:to>
                                    </p:set>
                                    <p:animEffect transition="in" filter="wipe(up)">
                                      <p:cBhvr>
                                        <p:cTn id="7" dur="1000"/>
                                        <p:tgtEl>
                                          <p:spTgt spid="1558646"/>
                                        </p:tgtEl>
                                      </p:cBhvr>
                                    </p:animEffect>
                                  </p:childTnLst>
                                </p:cTn>
                              </p:par>
                              <p:par>
                                <p:cTn id="8" presetID="22" presetClass="entr" presetSubtype="1" fill="hold" nodeType="withEffect">
                                  <p:stCondLst>
                                    <p:cond delay="0"/>
                                  </p:stCondLst>
                                  <p:childTnLst>
                                    <p:set>
                                      <p:cBhvr>
                                        <p:cTn id="9" dur="1" fill="hold">
                                          <p:stCondLst>
                                            <p:cond delay="0"/>
                                          </p:stCondLst>
                                        </p:cTn>
                                        <p:tgtEl>
                                          <p:spTgt spid="1558648"/>
                                        </p:tgtEl>
                                        <p:attrNameLst>
                                          <p:attrName>style.visibility</p:attrName>
                                        </p:attrNameLst>
                                      </p:cBhvr>
                                      <p:to>
                                        <p:strVal val="visible"/>
                                      </p:to>
                                    </p:set>
                                    <p:animEffect transition="in" filter="wipe(up)">
                                      <p:cBhvr>
                                        <p:cTn id="10" dur="1000"/>
                                        <p:tgtEl>
                                          <p:spTgt spid="1558648"/>
                                        </p:tgtEl>
                                      </p:cBhvr>
                                    </p:animEffect>
                                  </p:childTnLst>
                                </p:cTn>
                              </p:par>
                            </p:childTnLst>
                          </p:cTn>
                        </p:par>
                        <p:par>
                          <p:cTn id="11" fill="hold" nodeType="afterGroup">
                            <p:stCondLst>
                              <p:cond delay="1000"/>
                            </p:stCondLst>
                            <p:childTnLst>
                              <p:par>
                                <p:cTn id="12" presetID="22" presetClass="entr" presetSubtype="1" fill="hold" nodeType="afterEffect">
                                  <p:stCondLst>
                                    <p:cond delay="0"/>
                                  </p:stCondLst>
                                  <p:childTnLst>
                                    <p:set>
                                      <p:cBhvr>
                                        <p:cTn id="13" dur="1" fill="hold">
                                          <p:stCondLst>
                                            <p:cond delay="0"/>
                                          </p:stCondLst>
                                        </p:cTn>
                                        <p:tgtEl>
                                          <p:spTgt spid="1558660"/>
                                        </p:tgtEl>
                                        <p:attrNameLst>
                                          <p:attrName>style.visibility</p:attrName>
                                        </p:attrNameLst>
                                      </p:cBhvr>
                                      <p:to>
                                        <p:strVal val="visible"/>
                                      </p:to>
                                    </p:set>
                                    <p:animEffect transition="in" filter="wipe(up)">
                                      <p:cBhvr>
                                        <p:cTn id="14" dur="500"/>
                                        <p:tgtEl>
                                          <p:spTgt spid="1558660"/>
                                        </p:tgtEl>
                                      </p:cBhvr>
                                    </p:animEffect>
                                  </p:childTnLst>
                                </p:cTn>
                              </p:par>
                            </p:childTnLst>
                          </p:cTn>
                        </p:par>
                        <p:par>
                          <p:cTn id="15" fill="hold" nodeType="afterGroup">
                            <p:stCondLst>
                              <p:cond delay="1500"/>
                            </p:stCondLst>
                            <p:childTnLst>
                              <p:par>
                                <p:cTn id="16" presetID="22" presetClass="entr" presetSubtype="1" fill="hold" nodeType="afterEffect">
                                  <p:stCondLst>
                                    <p:cond delay="0"/>
                                  </p:stCondLst>
                                  <p:childTnLst>
                                    <p:set>
                                      <p:cBhvr>
                                        <p:cTn id="17" dur="1" fill="hold">
                                          <p:stCondLst>
                                            <p:cond delay="0"/>
                                          </p:stCondLst>
                                        </p:cTn>
                                        <p:tgtEl>
                                          <p:spTgt spid="1558659"/>
                                        </p:tgtEl>
                                        <p:attrNameLst>
                                          <p:attrName>style.visibility</p:attrName>
                                        </p:attrNameLst>
                                      </p:cBhvr>
                                      <p:to>
                                        <p:strVal val="visible"/>
                                      </p:to>
                                    </p:set>
                                    <p:animEffect transition="in" filter="wipe(up)">
                                      <p:cBhvr>
                                        <p:cTn id="18" dur="500"/>
                                        <p:tgtEl>
                                          <p:spTgt spid="1558659"/>
                                        </p:tgtEl>
                                      </p:cBhvr>
                                    </p:animEffect>
                                  </p:childTnLst>
                                </p:cTn>
                              </p:par>
                            </p:childTnLst>
                          </p:cTn>
                        </p:par>
                        <p:par>
                          <p:cTn id="19" fill="hold" nodeType="afterGroup">
                            <p:stCondLst>
                              <p:cond delay="2000"/>
                            </p:stCondLst>
                            <p:childTnLst>
                              <p:par>
                                <p:cTn id="20" presetID="22" presetClass="entr" presetSubtype="1" fill="hold" grpId="0" nodeType="afterEffect">
                                  <p:stCondLst>
                                    <p:cond delay="0"/>
                                  </p:stCondLst>
                                  <p:childTnLst>
                                    <p:set>
                                      <p:cBhvr>
                                        <p:cTn id="21" dur="1" fill="hold">
                                          <p:stCondLst>
                                            <p:cond delay="0"/>
                                          </p:stCondLst>
                                        </p:cTn>
                                        <p:tgtEl>
                                          <p:spTgt spid="1558658"/>
                                        </p:tgtEl>
                                        <p:attrNameLst>
                                          <p:attrName>style.visibility</p:attrName>
                                        </p:attrNameLst>
                                      </p:cBhvr>
                                      <p:to>
                                        <p:strVal val="visible"/>
                                      </p:to>
                                    </p:set>
                                    <p:animEffect transition="in" filter="wipe(up)">
                                      <p:cBhvr>
                                        <p:cTn id="22" dur="500"/>
                                        <p:tgtEl>
                                          <p:spTgt spid="15586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8658"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ço Reservado para Número de Slide 3">
            <a:extLst>
              <a:ext uri="{FF2B5EF4-FFF2-40B4-BE49-F238E27FC236}">
                <a16:creationId xmlns:a16="http://schemas.microsoft.com/office/drawing/2014/main" id="{8D7997CF-9AB1-5157-4493-480F65BA1CB3}"/>
              </a:ext>
            </a:extLst>
          </p:cNvPr>
          <p:cNvSpPr>
            <a:spLocks noGrp="1"/>
          </p:cNvSpPr>
          <p:nvPr>
            <p:ph type="sldNum" sz="quarter" idx="12"/>
          </p:nvPr>
        </p:nvSpPr>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defRPr/>
            </a:pPr>
            <a:fld id="{57224DD5-9332-431E-AD9A-181EC0CD23AE}" type="slidenum">
              <a:rPr lang="pt-BR" altLang="pt-BR" smtClean="0">
                <a:solidFill>
                  <a:srgbClr val="000000"/>
                </a:solidFill>
                <a:latin typeface="Arial" panose="020B0604020202020204" pitchFamily="34" charset="0"/>
              </a:rPr>
              <a:pPr>
                <a:defRPr/>
              </a:pPr>
              <a:t>30</a:t>
            </a:fld>
            <a:endParaRPr lang="pt-BR" altLang="pt-BR">
              <a:solidFill>
                <a:srgbClr val="000000"/>
              </a:solidFill>
              <a:latin typeface="Arial" panose="020B0604020202020204" pitchFamily="34" charset="0"/>
            </a:endParaRPr>
          </a:p>
        </p:txBody>
      </p:sp>
      <p:sp>
        <p:nvSpPr>
          <p:cNvPr id="4" name="Espaço Reservado para Número de Slide 5">
            <a:extLst>
              <a:ext uri="{FF2B5EF4-FFF2-40B4-BE49-F238E27FC236}">
                <a16:creationId xmlns:a16="http://schemas.microsoft.com/office/drawing/2014/main" id="{4A7F8DAF-4761-39BE-F99B-940C4FE28CC3}"/>
              </a:ext>
            </a:extLst>
          </p:cNvPr>
          <p:cNvSpPr txBox="1">
            <a:spLocks noGrp="1"/>
          </p:cNvSpPr>
          <p:nvPr/>
        </p:nvSpPr>
        <p:spPr bwMode="auto">
          <a:xfrm>
            <a:off x="8077200" y="6245225"/>
            <a:ext cx="2133600" cy="476250"/>
          </a:xfrm>
          <a:prstGeom prst="rect">
            <a:avLst/>
          </a:prstGeom>
          <a:noFill/>
          <a:ln>
            <a:miter lim="800000"/>
            <a:headEnd/>
            <a:tailEnd/>
          </a:ln>
        </p:spPr>
        <p:txBody>
          <a:bodyPr anchor="b"/>
          <a:lstStyle>
            <a:lvl1pPr algn="ctr">
              <a:spcBef>
                <a:spcPct val="20000"/>
              </a:spcBef>
              <a:spcAft>
                <a:spcPct val="50000"/>
              </a:spcAft>
              <a:buClr>
                <a:schemeClr val="hlink"/>
              </a:buClr>
              <a:buSzPct val="65000"/>
              <a:buFont typeface="Wingdings" panose="05000000000000000000" pitchFamily="2" charset="2"/>
              <a:defRPr>
                <a:solidFill>
                  <a:srgbClr val="000000"/>
                </a:solidFill>
                <a:latin typeface="Tahoma" panose="020B0604030504040204" pitchFamily="34" charset="0"/>
              </a:defRPr>
            </a:lvl1pPr>
            <a:lvl2pPr marL="742950" indent="-285750">
              <a:spcBef>
                <a:spcPct val="20000"/>
              </a:spcBef>
              <a:spcAft>
                <a:spcPct val="50000"/>
              </a:spcAft>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9pPr>
          </a:lstStyle>
          <a:p>
            <a:pPr algn="r">
              <a:spcBef>
                <a:spcPct val="0"/>
              </a:spcBef>
              <a:spcAft>
                <a:spcPct val="0"/>
              </a:spcAft>
              <a:buClrTx/>
              <a:buSzTx/>
              <a:buFontTx/>
              <a:buNone/>
              <a:defRPr/>
            </a:pPr>
            <a:fld id="{BF5AE382-8226-4155-9838-DE57AB3363BF}" type="slidenum">
              <a:rPr lang="pt-BR" altLang="pt-BR" sz="1400">
                <a:effectLst>
                  <a:outerShdw blurRad="38100" dist="38100" dir="2700000" algn="tl">
                    <a:srgbClr val="C0C0C0"/>
                  </a:outerShdw>
                </a:effectLst>
                <a:latin typeface="Arial" panose="020B0604020202020204" pitchFamily="34" charset="0"/>
              </a:rPr>
              <a:pPr algn="r">
                <a:spcBef>
                  <a:spcPct val="0"/>
                </a:spcBef>
                <a:spcAft>
                  <a:spcPct val="0"/>
                </a:spcAft>
                <a:buClrTx/>
                <a:buSzTx/>
                <a:buFontTx/>
                <a:buNone/>
                <a:defRPr/>
              </a:pPr>
              <a:t>30</a:t>
            </a:fld>
            <a:endParaRPr lang="pt-BR" altLang="pt-BR" sz="1400">
              <a:effectLst>
                <a:outerShdw blurRad="38100" dist="38100" dir="2700000" algn="tl">
                  <a:srgbClr val="C0C0C0"/>
                </a:outerShdw>
              </a:effectLst>
              <a:latin typeface="Arial" panose="020B0604020202020204" pitchFamily="34" charset="0"/>
            </a:endParaRPr>
          </a:p>
        </p:txBody>
      </p:sp>
      <p:sp>
        <p:nvSpPr>
          <p:cNvPr id="1589250" name="Rectangle 2">
            <a:extLst>
              <a:ext uri="{FF2B5EF4-FFF2-40B4-BE49-F238E27FC236}">
                <a16:creationId xmlns:a16="http://schemas.microsoft.com/office/drawing/2014/main" id="{D3BE1227-FAE5-9C74-AEE5-F9FD6E8B0A39}"/>
              </a:ext>
            </a:extLst>
          </p:cNvPr>
          <p:cNvSpPr>
            <a:spLocks noGrp="1" noChangeArrowheads="1"/>
          </p:cNvSpPr>
          <p:nvPr>
            <p:ph type="title" idx="4294967295"/>
          </p:nvPr>
        </p:nvSpPr>
        <p:spPr/>
        <p:txBody>
          <a:bodyPr/>
          <a:lstStyle/>
          <a:p>
            <a:pPr>
              <a:defRPr/>
            </a:pPr>
            <a:r>
              <a:rPr lang="pt-BR" altLang="pt-BR">
                <a:effectLst/>
              </a:rPr>
              <a:t>Exercícios</a:t>
            </a:r>
            <a:r>
              <a:rPr lang="pt-BR" altLang="pt-BR"/>
              <a:t> </a:t>
            </a:r>
          </a:p>
        </p:txBody>
      </p:sp>
      <p:sp>
        <p:nvSpPr>
          <p:cNvPr id="1589251" name="Rectangle 3">
            <a:extLst>
              <a:ext uri="{FF2B5EF4-FFF2-40B4-BE49-F238E27FC236}">
                <a16:creationId xmlns:a16="http://schemas.microsoft.com/office/drawing/2014/main" id="{FD328BE6-CE7E-8E7F-571E-F4C3D00462B4}"/>
              </a:ext>
            </a:extLst>
          </p:cNvPr>
          <p:cNvSpPr>
            <a:spLocks noGrp="1" noChangeArrowheads="1"/>
          </p:cNvSpPr>
          <p:nvPr>
            <p:ph type="body" idx="4294967295"/>
          </p:nvPr>
        </p:nvSpPr>
        <p:spPr/>
        <p:txBody>
          <a:bodyPr/>
          <a:lstStyle/>
          <a:p>
            <a:pPr algn="l">
              <a:defRPr/>
            </a:pPr>
            <a:r>
              <a:rPr lang="pt-BR" altLang="pt-BR"/>
              <a:t>1- Fazer um programa para uma matriz 2X2 com os respectivos valores: </a:t>
            </a:r>
          </a:p>
          <a:p>
            <a:pPr algn="l">
              <a:defRPr/>
            </a:pPr>
            <a:r>
              <a:rPr lang="pt-BR" altLang="pt-BR"/>
              <a:t>a[0][0]=5; a[0][1]=2;</a:t>
            </a:r>
          </a:p>
          <a:p>
            <a:pPr algn="l">
              <a:defRPr/>
            </a:pPr>
            <a:r>
              <a:rPr lang="pt-BR" altLang="pt-BR"/>
              <a:t>a[1][0]=7; a[1][1]=6;</a:t>
            </a:r>
          </a:p>
          <a:p>
            <a:pPr algn="l">
              <a:defRPr/>
            </a:pPr>
            <a:endParaRPr lang="pt-BR" altLang="pt-BR"/>
          </a:p>
          <a:p>
            <a:pPr algn="l">
              <a:defRPr/>
            </a:pPr>
            <a:r>
              <a:rPr lang="pt-BR" altLang="pt-BR"/>
              <a:t>2- Fazer um programa para uma matriz 3x3 com os seguintes valores:</a:t>
            </a:r>
          </a:p>
          <a:p>
            <a:pPr algn="l">
              <a:defRPr/>
            </a:pPr>
            <a:r>
              <a:rPr lang="pt-BR" altLang="pt-BR"/>
              <a:t>a[0][0]=1; a[0][1]=2; a[0][2]= 3 </a:t>
            </a:r>
          </a:p>
          <a:p>
            <a:pPr algn="l">
              <a:defRPr/>
            </a:pPr>
            <a:r>
              <a:rPr lang="pt-BR" altLang="pt-BR"/>
              <a:t>a[1][0]=4; a[1][1]=5; a[1][2]= 6</a:t>
            </a:r>
          </a:p>
          <a:p>
            <a:pPr algn="l">
              <a:defRPr/>
            </a:pPr>
            <a:r>
              <a:rPr lang="pt-BR" altLang="pt-BR"/>
              <a:t>a[2][0]=7; a[2][1]=8; a[2][2]= 9</a:t>
            </a:r>
          </a:p>
        </p:txBody>
      </p:sp>
      <p:sp>
        <p:nvSpPr>
          <p:cNvPr id="62470" name="Text Box 4">
            <a:extLst>
              <a:ext uri="{FF2B5EF4-FFF2-40B4-BE49-F238E27FC236}">
                <a16:creationId xmlns:a16="http://schemas.microsoft.com/office/drawing/2014/main" id="{53B41985-9726-A9EE-B0D7-194F066B158B}"/>
              </a:ext>
            </a:extLst>
          </p:cNvPr>
          <p:cNvSpPr txBox="1">
            <a:spLocks noChangeArrowheads="1"/>
          </p:cNvSpPr>
          <p:nvPr/>
        </p:nvSpPr>
        <p:spPr bwMode="auto">
          <a:xfrm>
            <a:off x="6024564" y="2349501"/>
            <a:ext cx="923925" cy="314325"/>
          </a:xfrm>
          <a:prstGeom prst="rect">
            <a:avLst/>
          </a:prstGeom>
          <a:solidFill>
            <a:schemeClr val="folHlink"/>
          </a:solidFill>
          <a:ln w="9525" algn="ctr">
            <a:solidFill>
              <a:srgbClr val="A5002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spcBef>
                <a:spcPct val="20000"/>
              </a:spcBef>
              <a:spcAft>
                <a:spcPct val="50000"/>
              </a:spcAft>
              <a:buClr>
                <a:schemeClr val="hlink"/>
              </a:buClr>
              <a:buSzPct val="65000"/>
              <a:buFont typeface="Wingdings" panose="05000000000000000000" pitchFamily="2" charset="2"/>
              <a:defRPr>
                <a:solidFill>
                  <a:srgbClr val="000000"/>
                </a:solidFill>
                <a:latin typeface="Tahoma" panose="020B0604030504040204" pitchFamily="34" charset="0"/>
              </a:defRPr>
            </a:lvl1pPr>
            <a:lvl2pPr marL="742950" indent="-285750">
              <a:spcBef>
                <a:spcPct val="20000"/>
              </a:spcBef>
              <a:spcAft>
                <a:spcPct val="50000"/>
              </a:spcAft>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9pPr>
          </a:lstStyle>
          <a:p>
            <a:pPr algn="l">
              <a:spcBef>
                <a:spcPct val="0"/>
              </a:spcBef>
              <a:spcAft>
                <a:spcPct val="0"/>
              </a:spcAft>
              <a:buClrTx/>
              <a:buSzTx/>
              <a:buFontTx/>
              <a:buNone/>
            </a:pPr>
            <a:r>
              <a:rPr lang="pt-BR" altLang="pt-BR" sz="1400" b="1"/>
              <a:t>Matriz 2</a:t>
            </a:r>
          </a:p>
        </p:txBody>
      </p:sp>
      <p:sp>
        <p:nvSpPr>
          <p:cNvPr id="62471" name="Text Box 4">
            <a:extLst>
              <a:ext uri="{FF2B5EF4-FFF2-40B4-BE49-F238E27FC236}">
                <a16:creationId xmlns:a16="http://schemas.microsoft.com/office/drawing/2014/main" id="{F9C43E9A-6327-6A65-E381-9DEB0FACF72A}"/>
              </a:ext>
            </a:extLst>
          </p:cNvPr>
          <p:cNvSpPr txBox="1">
            <a:spLocks noChangeArrowheads="1"/>
          </p:cNvSpPr>
          <p:nvPr/>
        </p:nvSpPr>
        <p:spPr bwMode="auto">
          <a:xfrm>
            <a:off x="6167439" y="4357689"/>
            <a:ext cx="923925" cy="314325"/>
          </a:xfrm>
          <a:prstGeom prst="rect">
            <a:avLst/>
          </a:prstGeom>
          <a:solidFill>
            <a:schemeClr val="folHlink"/>
          </a:solidFill>
          <a:ln w="9525" algn="ctr">
            <a:solidFill>
              <a:srgbClr val="A5002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spcBef>
                <a:spcPct val="20000"/>
              </a:spcBef>
              <a:spcAft>
                <a:spcPct val="50000"/>
              </a:spcAft>
              <a:buClr>
                <a:schemeClr val="hlink"/>
              </a:buClr>
              <a:buSzPct val="65000"/>
              <a:buFont typeface="Wingdings" panose="05000000000000000000" pitchFamily="2" charset="2"/>
              <a:defRPr>
                <a:solidFill>
                  <a:srgbClr val="000000"/>
                </a:solidFill>
                <a:latin typeface="Tahoma" panose="020B0604030504040204" pitchFamily="34" charset="0"/>
              </a:defRPr>
            </a:lvl1pPr>
            <a:lvl2pPr marL="742950" indent="-285750">
              <a:spcBef>
                <a:spcPct val="20000"/>
              </a:spcBef>
              <a:spcAft>
                <a:spcPct val="50000"/>
              </a:spcAft>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9pPr>
          </a:lstStyle>
          <a:p>
            <a:pPr algn="l">
              <a:spcBef>
                <a:spcPct val="0"/>
              </a:spcBef>
              <a:spcAft>
                <a:spcPct val="0"/>
              </a:spcAft>
              <a:buClrTx/>
              <a:buSzTx/>
              <a:buFontTx/>
              <a:buNone/>
            </a:pPr>
            <a:r>
              <a:rPr lang="pt-BR" altLang="pt-BR" sz="1400" b="1"/>
              <a:t>Matriz 3</a:t>
            </a:r>
          </a:p>
        </p:txBody>
      </p:sp>
      <p:sp>
        <p:nvSpPr>
          <p:cNvPr id="2" name="Estrela: 5 Pontas 1">
            <a:extLst>
              <a:ext uri="{FF2B5EF4-FFF2-40B4-BE49-F238E27FC236}">
                <a16:creationId xmlns:a16="http://schemas.microsoft.com/office/drawing/2014/main" id="{5CF2BAAF-E189-BA8C-E277-1E68484DE89F}"/>
              </a:ext>
            </a:extLst>
          </p:cNvPr>
          <p:cNvSpPr/>
          <p:nvPr/>
        </p:nvSpPr>
        <p:spPr bwMode="auto">
          <a:xfrm>
            <a:off x="8975725" y="2141538"/>
            <a:ext cx="914400" cy="958691"/>
          </a:xfrm>
          <a:prstGeom prst="star5">
            <a:avLst/>
          </a:prstGeom>
          <a:solidFill>
            <a:schemeClr val="bg1">
              <a:lumMod val="50000"/>
            </a:schemeClr>
          </a:solidFill>
          <a:ln w="9525" cap="flat" cmpd="sng" algn="ctr">
            <a:solidFill>
              <a:schemeClr val="tx1"/>
            </a:solidFill>
            <a:prstDash val="solid"/>
            <a:round/>
            <a:headEnd type="none" w="med" len="med"/>
            <a:tailEnd type="none" w="med" len="med"/>
          </a:ln>
          <a:effectLst/>
        </p:spPr>
        <p:txBody>
          <a:bodyPr>
            <a:spAutoFit/>
          </a:bodyPr>
          <a:lstStyle/>
          <a:p>
            <a:pPr eaLnBrk="1" hangingPunct="1">
              <a:defRPr/>
            </a:pPr>
            <a:endParaRPr lang="pt-BR">
              <a:effectLst>
                <a:outerShdw blurRad="38100" dist="38100" dir="2700000" algn="tl">
                  <a:srgbClr val="000000">
                    <a:alpha val="43137"/>
                  </a:srgbClr>
                </a:outerShdw>
              </a:effectLst>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ço Reservado para Número de Slide 3">
            <a:extLst>
              <a:ext uri="{FF2B5EF4-FFF2-40B4-BE49-F238E27FC236}">
                <a16:creationId xmlns:a16="http://schemas.microsoft.com/office/drawing/2014/main" id="{6A4A643F-C8BC-636A-9502-47C5FD72A4CB}"/>
              </a:ext>
            </a:extLst>
          </p:cNvPr>
          <p:cNvSpPr>
            <a:spLocks noGrp="1"/>
          </p:cNvSpPr>
          <p:nvPr>
            <p:ph type="sldNum" sz="quarter" idx="12"/>
          </p:nvPr>
        </p:nvSpPr>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defRPr/>
            </a:pPr>
            <a:fld id="{B3E83B1C-2DD8-491F-BB25-973ADC2D636A}" type="slidenum">
              <a:rPr lang="pt-BR" altLang="pt-BR" smtClean="0">
                <a:solidFill>
                  <a:srgbClr val="000000"/>
                </a:solidFill>
                <a:latin typeface="Arial" panose="020B0604020202020204" pitchFamily="34" charset="0"/>
              </a:rPr>
              <a:pPr>
                <a:defRPr/>
              </a:pPr>
              <a:t>31</a:t>
            </a:fld>
            <a:endParaRPr lang="pt-BR" altLang="pt-BR">
              <a:solidFill>
                <a:srgbClr val="000000"/>
              </a:solidFill>
              <a:latin typeface="Arial" panose="020B0604020202020204" pitchFamily="34" charset="0"/>
            </a:endParaRPr>
          </a:p>
        </p:txBody>
      </p:sp>
      <p:sp>
        <p:nvSpPr>
          <p:cNvPr id="6" name="Espaço Reservado para Número de Slide 5">
            <a:extLst>
              <a:ext uri="{FF2B5EF4-FFF2-40B4-BE49-F238E27FC236}">
                <a16:creationId xmlns:a16="http://schemas.microsoft.com/office/drawing/2014/main" id="{F6CA4F6F-3F3C-2B91-A240-3ED135FBDD5A}"/>
              </a:ext>
            </a:extLst>
          </p:cNvPr>
          <p:cNvSpPr txBox="1">
            <a:spLocks noGrp="1"/>
          </p:cNvSpPr>
          <p:nvPr/>
        </p:nvSpPr>
        <p:spPr bwMode="auto">
          <a:xfrm>
            <a:off x="8077200" y="6245225"/>
            <a:ext cx="2133600" cy="476250"/>
          </a:xfrm>
          <a:prstGeom prst="rect">
            <a:avLst/>
          </a:prstGeom>
          <a:noFill/>
          <a:ln>
            <a:miter lim="800000"/>
            <a:headEnd/>
            <a:tailEnd/>
          </a:ln>
        </p:spPr>
        <p:txBody>
          <a:bodyPr anchor="b"/>
          <a:lstStyle>
            <a:lvl1pPr algn="ctr">
              <a:spcBef>
                <a:spcPct val="20000"/>
              </a:spcBef>
              <a:spcAft>
                <a:spcPct val="50000"/>
              </a:spcAft>
              <a:buClr>
                <a:schemeClr val="hlink"/>
              </a:buClr>
              <a:buSzPct val="65000"/>
              <a:buFont typeface="Wingdings" panose="05000000000000000000" pitchFamily="2" charset="2"/>
              <a:defRPr>
                <a:solidFill>
                  <a:srgbClr val="000000"/>
                </a:solidFill>
                <a:latin typeface="Tahoma" panose="020B0604030504040204" pitchFamily="34" charset="0"/>
              </a:defRPr>
            </a:lvl1pPr>
            <a:lvl2pPr marL="742950" indent="-285750">
              <a:spcBef>
                <a:spcPct val="20000"/>
              </a:spcBef>
              <a:spcAft>
                <a:spcPct val="50000"/>
              </a:spcAft>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9pPr>
          </a:lstStyle>
          <a:p>
            <a:pPr algn="r">
              <a:spcBef>
                <a:spcPct val="0"/>
              </a:spcBef>
              <a:spcAft>
                <a:spcPct val="0"/>
              </a:spcAft>
              <a:buClrTx/>
              <a:buSzTx/>
              <a:buFontTx/>
              <a:buNone/>
              <a:defRPr/>
            </a:pPr>
            <a:fld id="{EA17E754-C7D8-46C6-8E69-247004CC07AB}" type="slidenum">
              <a:rPr lang="pt-BR" altLang="pt-BR" sz="1400">
                <a:effectLst>
                  <a:outerShdw blurRad="38100" dist="38100" dir="2700000" algn="tl">
                    <a:srgbClr val="C0C0C0"/>
                  </a:outerShdw>
                </a:effectLst>
                <a:latin typeface="Arial" panose="020B0604020202020204" pitchFamily="34" charset="0"/>
              </a:rPr>
              <a:pPr algn="r">
                <a:spcBef>
                  <a:spcPct val="0"/>
                </a:spcBef>
                <a:spcAft>
                  <a:spcPct val="0"/>
                </a:spcAft>
                <a:buClrTx/>
                <a:buSzTx/>
                <a:buFontTx/>
                <a:buNone/>
                <a:defRPr/>
              </a:pPr>
              <a:t>31</a:t>
            </a:fld>
            <a:endParaRPr lang="pt-BR" altLang="pt-BR" sz="1400">
              <a:effectLst>
                <a:outerShdw blurRad="38100" dist="38100" dir="2700000" algn="tl">
                  <a:srgbClr val="C0C0C0"/>
                </a:outerShdw>
              </a:effectLst>
              <a:latin typeface="Arial" panose="020B0604020202020204" pitchFamily="34" charset="0"/>
            </a:endParaRPr>
          </a:p>
        </p:txBody>
      </p:sp>
      <p:sp>
        <p:nvSpPr>
          <p:cNvPr id="64516" name="Rectangle 2">
            <a:extLst>
              <a:ext uri="{FF2B5EF4-FFF2-40B4-BE49-F238E27FC236}">
                <a16:creationId xmlns:a16="http://schemas.microsoft.com/office/drawing/2014/main" id="{A844100F-6930-31CC-FC2B-35198A37F077}"/>
              </a:ext>
            </a:extLst>
          </p:cNvPr>
          <p:cNvSpPr>
            <a:spLocks noGrp="1" noChangeArrowheads="1"/>
          </p:cNvSpPr>
          <p:nvPr>
            <p:ph type="title" idx="429496729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pt-BR" altLang="pt-BR">
                <a:effectLst/>
              </a:rPr>
              <a:t>Exercícios</a:t>
            </a:r>
          </a:p>
        </p:txBody>
      </p:sp>
      <p:sp>
        <p:nvSpPr>
          <p:cNvPr id="1591299" name="Rectangle 3">
            <a:extLst>
              <a:ext uri="{FF2B5EF4-FFF2-40B4-BE49-F238E27FC236}">
                <a16:creationId xmlns:a16="http://schemas.microsoft.com/office/drawing/2014/main" id="{46027DDC-A45F-DEAB-51E1-0E726EA3D03F}"/>
              </a:ext>
            </a:extLst>
          </p:cNvPr>
          <p:cNvSpPr>
            <a:spLocks noGrp="1" noChangeArrowheads="1"/>
          </p:cNvSpPr>
          <p:nvPr>
            <p:ph type="body" idx="4294967295"/>
          </p:nvPr>
        </p:nvSpPr>
        <p:spPr/>
        <p:txBody>
          <a:bodyPr/>
          <a:lstStyle/>
          <a:p>
            <a:pPr algn="l">
              <a:defRPr/>
            </a:pPr>
            <a:r>
              <a:rPr lang="pt-BR" altLang="pt-BR" sz="2000"/>
              <a:t>3- Fazer um programa para uma matriz 2x2 com os valores sendo digitados pelo usuário: </a:t>
            </a:r>
          </a:p>
          <a:p>
            <a:pPr algn="l">
              <a:defRPr/>
            </a:pPr>
            <a:endParaRPr lang="pt-BR" altLang="pt-BR" sz="2000"/>
          </a:p>
          <a:p>
            <a:pPr algn="l">
              <a:defRPr/>
            </a:pPr>
            <a:r>
              <a:rPr lang="pt-BR" altLang="pt-BR" sz="2000"/>
              <a:t>4- Fazer um programa para uma matriz 3x3 com os valores sendo digitados pelo usuário: </a:t>
            </a:r>
          </a:p>
          <a:p>
            <a:pPr algn="l">
              <a:defRPr/>
            </a:pPr>
            <a:endParaRPr lang="pt-BR" altLang="pt-BR" sz="2000"/>
          </a:p>
          <a:p>
            <a:pPr algn="l">
              <a:defRPr/>
            </a:pPr>
            <a:r>
              <a:rPr lang="pt-BR" altLang="pt-BR" sz="2000"/>
              <a:t>5-  Fazer um programa para uma matriz onde os números de linhas e colunas serão digitados pelo usuário, assim como os valores para a Matriz.</a:t>
            </a:r>
            <a:r>
              <a:rPr lang="pt-BR" altLang="pt-BR"/>
              <a:t> </a:t>
            </a:r>
          </a:p>
        </p:txBody>
      </p:sp>
      <p:sp>
        <p:nvSpPr>
          <p:cNvPr id="64518" name="Text Box 4">
            <a:extLst>
              <a:ext uri="{FF2B5EF4-FFF2-40B4-BE49-F238E27FC236}">
                <a16:creationId xmlns:a16="http://schemas.microsoft.com/office/drawing/2014/main" id="{21A48E66-D8B8-2BD1-B4A1-5C4DBE022D62}"/>
              </a:ext>
            </a:extLst>
          </p:cNvPr>
          <p:cNvSpPr txBox="1">
            <a:spLocks noChangeArrowheads="1"/>
          </p:cNvSpPr>
          <p:nvPr/>
        </p:nvSpPr>
        <p:spPr bwMode="auto">
          <a:xfrm>
            <a:off x="4008439" y="2276476"/>
            <a:ext cx="923925" cy="314325"/>
          </a:xfrm>
          <a:prstGeom prst="rect">
            <a:avLst/>
          </a:prstGeom>
          <a:solidFill>
            <a:schemeClr val="folHlink"/>
          </a:solidFill>
          <a:ln w="9525" algn="ctr">
            <a:solidFill>
              <a:srgbClr val="A5002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spcBef>
                <a:spcPct val="20000"/>
              </a:spcBef>
              <a:spcAft>
                <a:spcPct val="50000"/>
              </a:spcAft>
              <a:buClr>
                <a:schemeClr val="hlink"/>
              </a:buClr>
              <a:buSzPct val="65000"/>
              <a:buFont typeface="Wingdings" panose="05000000000000000000" pitchFamily="2" charset="2"/>
              <a:defRPr>
                <a:solidFill>
                  <a:srgbClr val="000000"/>
                </a:solidFill>
                <a:latin typeface="Tahoma" panose="020B0604030504040204" pitchFamily="34" charset="0"/>
              </a:defRPr>
            </a:lvl1pPr>
            <a:lvl2pPr marL="742950" indent="-285750">
              <a:spcBef>
                <a:spcPct val="20000"/>
              </a:spcBef>
              <a:spcAft>
                <a:spcPct val="50000"/>
              </a:spcAft>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9pPr>
          </a:lstStyle>
          <a:p>
            <a:pPr algn="l">
              <a:spcBef>
                <a:spcPct val="0"/>
              </a:spcBef>
              <a:spcAft>
                <a:spcPct val="0"/>
              </a:spcAft>
              <a:buClrTx/>
              <a:buSzTx/>
              <a:buFontTx/>
              <a:buNone/>
            </a:pPr>
            <a:r>
              <a:rPr lang="pt-BR" altLang="pt-BR" sz="1400" b="1"/>
              <a:t>Matriz 4</a:t>
            </a:r>
          </a:p>
        </p:txBody>
      </p:sp>
      <p:sp>
        <p:nvSpPr>
          <p:cNvPr id="64519" name="Text Box 6">
            <a:extLst>
              <a:ext uri="{FF2B5EF4-FFF2-40B4-BE49-F238E27FC236}">
                <a16:creationId xmlns:a16="http://schemas.microsoft.com/office/drawing/2014/main" id="{F8AA9BA4-4094-1F9D-8179-257D0E6149AE}"/>
              </a:ext>
            </a:extLst>
          </p:cNvPr>
          <p:cNvSpPr txBox="1">
            <a:spLocks noChangeArrowheads="1"/>
          </p:cNvSpPr>
          <p:nvPr/>
        </p:nvSpPr>
        <p:spPr bwMode="auto">
          <a:xfrm>
            <a:off x="3935414" y="5157789"/>
            <a:ext cx="923925" cy="314325"/>
          </a:xfrm>
          <a:prstGeom prst="rect">
            <a:avLst/>
          </a:prstGeom>
          <a:solidFill>
            <a:schemeClr val="folHlink"/>
          </a:solidFill>
          <a:ln w="9525" algn="ctr">
            <a:solidFill>
              <a:srgbClr val="A5002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spcBef>
                <a:spcPct val="20000"/>
              </a:spcBef>
              <a:spcAft>
                <a:spcPct val="50000"/>
              </a:spcAft>
              <a:buClr>
                <a:schemeClr val="hlink"/>
              </a:buClr>
              <a:buSzPct val="65000"/>
              <a:buFont typeface="Wingdings" panose="05000000000000000000" pitchFamily="2" charset="2"/>
              <a:defRPr>
                <a:solidFill>
                  <a:srgbClr val="000000"/>
                </a:solidFill>
                <a:latin typeface="Tahoma" panose="020B0604030504040204" pitchFamily="34" charset="0"/>
              </a:defRPr>
            </a:lvl1pPr>
            <a:lvl2pPr marL="742950" indent="-285750">
              <a:spcBef>
                <a:spcPct val="20000"/>
              </a:spcBef>
              <a:spcAft>
                <a:spcPct val="50000"/>
              </a:spcAft>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9pPr>
          </a:lstStyle>
          <a:p>
            <a:pPr algn="l">
              <a:spcBef>
                <a:spcPct val="0"/>
              </a:spcBef>
              <a:spcAft>
                <a:spcPct val="0"/>
              </a:spcAft>
              <a:buClrTx/>
              <a:buSzTx/>
              <a:buFontTx/>
              <a:buNone/>
            </a:pPr>
            <a:r>
              <a:rPr lang="pt-BR" altLang="pt-BR" sz="1400" b="1"/>
              <a:t>Matriz 6</a:t>
            </a:r>
          </a:p>
        </p:txBody>
      </p:sp>
      <p:sp>
        <p:nvSpPr>
          <p:cNvPr id="64520" name="Text Box 4">
            <a:extLst>
              <a:ext uri="{FF2B5EF4-FFF2-40B4-BE49-F238E27FC236}">
                <a16:creationId xmlns:a16="http://schemas.microsoft.com/office/drawing/2014/main" id="{48AD6647-CAB1-49A9-9298-7A3492C79940}"/>
              </a:ext>
            </a:extLst>
          </p:cNvPr>
          <p:cNvSpPr txBox="1">
            <a:spLocks noChangeArrowheads="1"/>
          </p:cNvSpPr>
          <p:nvPr/>
        </p:nvSpPr>
        <p:spPr bwMode="auto">
          <a:xfrm>
            <a:off x="4008439" y="3573464"/>
            <a:ext cx="923925" cy="314325"/>
          </a:xfrm>
          <a:prstGeom prst="rect">
            <a:avLst/>
          </a:prstGeom>
          <a:solidFill>
            <a:schemeClr val="folHlink"/>
          </a:solidFill>
          <a:ln w="9525" algn="ctr">
            <a:solidFill>
              <a:srgbClr val="A5002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spcBef>
                <a:spcPct val="20000"/>
              </a:spcBef>
              <a:spcAft>
                <a:spcPct val="50000"/>
              </a:spcAft>
              <a:buClr>
                <a:schemeClr val="hlink"/>
              </a:buClr>
              <a:buSzPct val="65000"/>
              <a:buFont typeface="Wingdings" panose="05000000000000000000" pitchFamily="2" charset="2"/>
              <a:defRPr>
                <a:solidFill>
                  <a:srgbClr val="000000"/>
                </a:solidFill>
                <a:latin typeface="Tahoma" panose="020B0604030504040204" pitchFamily="34" charset="0"/>
              </a:defRPr>
            </a:lvl1pPr>
            <a:lvl2pPr marL="742950" indent="-285750">
              <a:spcBef>
                <a:spcPct val="20000"/>
              </a:spcBef>
              <a:spcAft>
                <a:spcPct val="50000"/>
              </a:spcAft>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9pPr>
          </a:lstStyle>
          <a:p>
            <a:pPr algn="l">
              <a:spcBef>
                <a:spcPct val="0"/>
              </a:spcBef>
              <a:spcAft>
                <a:spcPct val="0"/>
              </a:spcAft>
              <a:buClrTx/>
              <a:buSzTx/>
              <a:buFontTx/>
              <a:buNone/>
            </a:pPr>
            <a:r>
              <a:rPr lang="pt-BR" altLang="pt-BR" sz="1400" b="1"/>
              <a:t>Matriz 5</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Espaço Reservado para Número de Slide 5">
            <a:extLst>
              <a:ext uri="{FF2B5EF4-FFF2-40B4-BE49-F238E27FC236}">
                <a16:creationId xmlns:a16="http://schemas.microsoft.com/office/drawing/2014/main" id="{0089CB29-26A3-BA36-21EC-C9C104D99707}"/>
              </a:ext>
            </a:extLst>
          </p:cNvPr>
          <p:cNvSpPr>
            <a:spLocks noGrp="1"/>
          </p:cNvSpPr>
          <p:nvPr>
            <p:ph type="sldNum" sz="quarter" idx="12"/>
          </p:nvPr>
        </p:nvSpPr>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defRPr/>
            </a:pPr>
            <a:fld id="{FD4B0D16-D49A-4FC5-B64D-3D01DACDEA25}" type="slidenum">
              <a:rPr lang="pt-BR" altLang="pt-BR" smtClean="0">
                <a:solidFill>
                  <a:srgbClr val="000000"/>
                </a:solidFill>
                <a:latin typeface="Arial" panose="020B0604020202020204" pitchFamily="34" charset="0"/>
              </a:rPr>
              <a:pPr>
                <a:defRPr/>
              </a:pPr>
              <a:t>32</a:t>
            </a:fld>
            <a:endParaRPr lang="pt-BR" altLang="pt-BR">
              <a:solidFill>
                <a:srgbClr val="000000"/>
              </a:solidFill>
              <a:latin typeface="Arial" panose="020B0604020202020204" pitchFamily="34" charset="0"/>
            </a:endParaRPr>
          </a:p>
        </p:txBody>
      </p:sp>
      <p:sp>
        <p:nvSpPr>
          <p:cNvPr id="66563" name="Rectangle 2">
            <a:extLst>
              <a:ext uri="{FF2B5EF4-FFF2-40B4-BE49-F238E27FC236}">
                <a16:creationId xmlns:a16="http://schemas.microsoft.com/office/drawing/2014/main" id="{6717C043-3A0A-E296-3F60-EEBB29149B79}"/>
              </a:ext>
            </a:extLst>
          </p:cNvPr>
          <p:cNvSpPr>
            <a:spLocks noGrp="1" noChangeArrowheads="1"/>
          </p:cNvSpPr>
          <p:nvPr>
            <p:ph type="title"/>
          </p:nvPr>
        </p:nvSpPr>
        <p:spPr/>
        <p:txBody>
          <a:bodyPr/>
          <a:lstStyle/>
          <a:p>
            <a:r>
              <a:rPr lang="pt-BR" altLang="pt-BR">
                <a:effectLst/>
              </a:rPr>
              <a:t>Exercícios</a:t>
            </a:r>
          </a:p>
        </p:txBody>
      </p:sp>
      <p:sp>
        <p:nvSpPr>
          <p:cNvPr id="1593347" name="Rectangle 3">
            <a:extLst>
              <a:ext uri="{FF2B5EF4-FFF2-40B4-BE49-F238E27FC236}">
                <a16:creationId xmlns:a16="http://schemas.microsoft.com/office/drawing/2014/main" id="{C2529049-9D40-50BB-5A78-D06FEDD355C3}"/>
              </a:ext>
            </a:extLst>
          </p:cNvPr>
          <p:cNvSpPr>
            <a:spLocks noGrp="1" noChangeArrowheads="1"/>
          </p:cNvSpPr>
          <p:nvPr>
            <p:ph type="body" idx="1"/>
          </p:nvPr>
        </p:nvSpPr>
        <p:spPr/>
        <p:txBody>
          <a:bodyPr/>
          <a:lstStyle/>
          <a:p>
            <a:pPr algn="l">
              <a:defRPr/>
            </a:pPr>
            <a:r>
              <a:rPr lang="pt-BR" altLang="pt-BR"/>
              <a:t>6- Fazer um programa para realizar a soma de duas matrizes A e B, onde os valores das matrizes A e B são:</a:t>
            </a:r>
          </a:p>
          <a:p>
            <a:pPr>
              <a:defRPr/>
            </a:pPr>
            <a:r>
              <a:rPr lang="pt-BR" altLang="pt-BR"/>
              <a:t>Matriz_A[0][0]=1; Matriz_A[0][1]=2; Matriz_A[1][0]=3; Matriz_A[1][1]=4;</a:t>
            </a:r>
          </a:p>
          <a:p>
            <a:pPr>
              <a:defRPr/>
            </a:pPr>
            <a:r>
              <a:rPr lang="pt-BR" altLang="pt-BR"/>
              <a:t>Matriz_B[0][0]=1; Matriz_B[0][1]=2; Matriz_B[1][0]=3; Matriz_B[1][1]=4; </a:t>
            </a:r>
          </a:p>
          <a:p>
            <a:pPr>
              <a:defRPr/>
            </a:pPr>
            <a:endParaRPr lang="pt-BR" altLang="pt-BR"/>
          </a:p>
          <a:p>
            <a:pPr>
              <a:defRPr/>
            </a:pPr>
            <a:endParaRPr lang="pt-BR" altLang="pt-BR"/>
          </a:p>
          <a:p>
            <a:pPr>
              <a:defRPr/>
            </a:pPr>
            <a:endParaRPr lang="pt-BR" altLang="pt-BR"/>
          </a:p>
          <a:p>
            <a:pPr>
              <a:defRPr/>
            </a:pPr>
            <a:endParaRPr lang="pt-BR" altLang="pt-BR"/>
          </a:p>
          <a:p>
            <a:pPr algn="l">
              <a:defRPr/>
            </a:pPr>
            <a:r>
              <a:rPr lang="pt-BR" altLang="pt-BR" sz="2000"/>
              <a:t>7- Inclua no exercício 4 linhas de progrramação que realize a impressão da linha principal da matriz.</a:t>
            </a:r>
          </a:p>
          <a:p>
            <a:pPr>
              <a:defRPr/>
            </a:pPr>
            <a:endParaRPr lang="pt-BR" altLang="pt-BR" sz="2000"/>
          </a:p>
          <a:p>
            <a:pPr>
              <a:defRPr/>
            </a:pPr>
            <a:endParaRPr lang="pt-BR" altLang="pt-BR"/>
          </a:p>
        </p:txBody>
      </p:sp>
      <p:grpSp>
        <p:nvGrpSpPr>
          <p:cNvPr id="1593420" name="Group 76">
            <a:extLst>
              <a:ext uri="{FF2B5EF4-FFF2-40B4-BE49-F238E27FC236}">
                <a16:creationId xmlns:a16="http://schemas.microsoft.com/office/drawing/2014/main" id="{BC9355FB-24AF-08BD-1EF9-2BEA8B35AA44}"/>
              </a:ext>
            </a:extLst>
          </p:cNvPr>
          <p:cNvGrpSpPr>
            <a:grpSpLocks/>
          </p:cNvGrpSpPr>
          <p:nvPr/>
        </p:nvGrpSpPr>
        <p:grpSpPr bwMode="auto">
          <a:xfrm>
            <a:off x="2279651" y="3357564"/>
            <a:ext cx="3565525" cy="1030287"/>
            <a:chOff x="962" y="2645"/>
            <a:chExt cx="2246" cy="649"/>
          </a:xfrm>
        </p:grpSpPr>
        <p:sp>
          <p:nvSpPr>
            <p:cNvPr id="1593413" name="Text Box 69">
              <a:extLst>
                <a:ext uri="{FF2B5EF4-FFF2-40B4-BE49-F238E27FC236}">
                  <a16:creationId xmlns:a16="http://schemas.microsoft.com/office/drawing/2014/main" id="{177320CD-F072-E29A-4593-690712F5B4F8}"/>
                </a:ext>
              </a:extLst>
            </p:cNvPr>
            <p:cNvSpPr txBox="1">
              <a:spLocks noChangeArrowheads="1"/>
            </p:cNvSpPr>
            <p:nvPr/>
          </p:nvSpPr>
          <p:spPr bwMode="auto">
            <a:xfrm>
              <a:off x="962" y="2668"/>
              <a:ext cx="771" cy="577"/>
            </a:xfrm>
            <a:prstGeom prst="rect">
              <a:avLst/>
            </a:prstGeom>
            <a:noFill/>
            <a:ln>
              <a:noFill/>
            </a:ln>
            <a:effectLst/>
          </p:spPr>
          <p:txBody>
            <a:bodyPr wrap="none">
              <a:spAutoFit/>
            </a:bodyPr>
            <a:lstStyle>
              <a:lvl1pPr marL="457200" indent="-457200">
                <a:defRPr sz="2400">
                  <a:solidFill>
                    <a:schemeClr val="tx1"/>
                  </a:solidFill>
                  <a:latin typeface="Times New Roman" panose="02020603050405020304" pitchFamily="18" charset="0"/>
                </a:defRPr>
              </a:lvl1pPr>
              <a:lvl2pPr marL="914400" indent="-457200">
                <a:defRPr sz="2400">
                  <a:solidFill>
                    <a:schemeClr val="tx1"/>
                  </a:solidFill>
                  <a:latin typeface="Times New Roman" panose="02020603050405020304" pitchFamily="18" charset="0"/>
                </a:defRPr>
              </a:lvl2pPr>
              <a:lvl3pPr marL="1371600" indent="-457200">
                <a:defRPr sz="2400">
                  <a:solidFill>
                    <a:schemeClr val="tx1"/>
                  </a:solidFill>
                  <a:latin typeface="Times New Roman" panose="02020603050405020304" pitchFamily="18" charset="0"/>
                </a:defRPr>
              </a:lvl3pPr>
              <a:lvl4pPr marL="1828800" indent="-457200">
                <a:defRPr sz="2400">
                  <a:solidFill>
                    <a:schemeClr val="tx1"/>
                  </a:solidFill>
                  <a:latin typeface="Times New Roman" panose="02020603050405020304" pitchFamily="18" charset="0"/>
                </a:defRPr>
              </a:lvl4pPr>
              <a:lvl5pPr marL="2286000" indent="-457200">
                <a:defRPr sz="2400">
                  <a:solidFill>
                    <a:schemeClr val="tx1"/>
                  </a:solidFill>
                  <a:latin typeface="Times New Roman" panose="02020603050405020304" pitchFamily="18" charset="0"/>
                </a:defRPr>
              </a:lvl5pPr>
              <a:lvl6pPr marL="2743200" indent="-457200" fontAlgn="base">
                <a:spcBef>
                  <a:spcPct val="0"/>
                </a:spcBef>
                <a:spcAft>
                  <a:spcPct val="0"/>
                </a:spcAft>
                <a:defRPr sz="2400">
                  <a:solidFill>
                    <a:schemeClr val="tx1"/>
                  </a:solidFill>
                  <a:latin typeface="Times New Roman" panose="02020603050405020304" pitchFamily="18" charset="0"/>
                </a:defRPr>
              </a:lvl6pPr>
              <a:lvl7pPr marL="3200400" indent="-457200" fontAlgn="base">
                <a:spcBef>
                  <a:spcPct val="0"/>
                </a:spcBef>
                <a:spcAft>
                  <a:spcPct val="0"/>
                </a:spcAft>
                <a:defRPr sz="2400">
                  <a:solidFill>
                    <a:schemeClr val="tx1"/>
                  </a:solidFill>
                  <a:latin typeface="Times New Roman" panose="02020603050405020304" pitchFamily="18" charset="0"/>
                </a:defRPr>
              </a:lvl7pPr>
              <a:lvl8pPr marL="3657600" indent="-457200" fontAlgn="base">
                <a:spcBef>
                  <a:spcPct val="0"/>
                </a:spcBef>
                <a:spcAft>
                  <a:spcPct val="0"/>
                </a:spcAft>
                <a:defRPr sz="2400">
                  <a:solidFill>
                    <a:schemeClr val="tx1"/>
                  </a:solidFill>
                  <a:latin typeface="Times New Roman" panose="02020603050405020304" pitchFamily="18" charset="0"/>
                </a:defRPr>
              </a:lvl8pPr>
              <a:lvl9pPr marL="4114800" indent="-457200" fontAlgn="base">
                <a:spcBef>
                  <a:spcPct val="0"/>
                </a:spcBef>
                <a:spcAft>
                  <a:spcPct val="0"/>
                </a:spcAft>
                <a:defRPr sz="2400">
                  <a:solidFill>
                    <a:schemeClr val="tx1"/>
                  </a:solidFill>
                  <a:latin typeface="Times New Roman" panose="02020603050405020304" pitchFamily="18" charset="0"/>
                </a:defRPr>
              </a:lvl9pPr>
            </a:lstStyle>
            <a:p>
              <a:pPr>
                <a:defRPr/>
              </a:pPr>
              <a:r>
                <a:rPr lang="pt-BR" altLang="pt-BR" sz="1800">
                  <a:solidFill>
                    <a:schemeClr val="bg2"/>
                  </a:solidFill>
                  <a:effectLst>
                    <a:outerShdw blurRad="38100" dist="38100" dir="2700000" algn="tl">
                      <a:srgbClr val="C0C0C0"/>
                    </a:outerShdw>
                  </a:effectLst>
                  <a:latin typeface="Tahoma" panose="020B0604030504040204" pitchFamily="34" charset="0"/>
                </a:rPr>
                <a:t>	1	2</a:t>
              </a:r>
            </a:p>
            <a:p>
              <a:pPr>
                <a:defRPr/>
              </a:pPr>
              <a:r>
                <a:rPr lang="pt-BR" altLang="pt-BR" sz="1800">
                  <a:solidFill>
                    <a:schemeClr val="bg2"/>
                  </a:solidFill>
                  <a:effectLst>
                    <a:outerShdw blurRad="38100" dist="38100" dir="2700000" algn="tl">
                      <a:srgbClr val="C0C0C0"/>
                    </a:outerShdw>
                  </a:effectLst>
                  <a:latin typeface="Tahoma" panose="020B0604030504040204" pitchFamily="34" charset="0"/>
                </a:rPr>
                <a:t>A=</a:t>
              </a:r>
            </a:p>
            <a:p>
              <a:pPr>
                <a:defRPr/>
              </a:pPr>
              <a:r>
                <a:rPr lang="pt-BR" altLang="pt-BR" sz="1800">
                  <a:solidFill>
                    <a:schemeClr val="bg2"/>
                  </a:solidFill>
                  <a:effectLst>
                    <a:outerShdw blurRad="38100" dist="38100" dir="2700000" algn="tl">
                      <a:srgbClr val="C0C0C0"/>
                    </a:outerShdw>
                  </a:effectLst>
                  <a:latin typeface="Tahoma" panose="020B0604030504040204" pitchFamily="34" charset="0"/>
                </a:rPr>
                <a:t>	3	4</a:t>
              </a:r>
            </a:p>
          </p:txBody>
        </p:sp>
        <p:sp>
          <p:nvSpPr>
            <p:cNvPr id="1593415" name="Text Box 71">
              <a:extLst>
                <a:ext uri="{FF2B5EF4-FFF2-40B4-BE49-F238E27FC236}">
                  <a16:creationId xmlns:a16="http://schemas.microsoft.com/office/drawing/2014/main" id="{58E6C1C0-8C56-FB36-BE19-AF28B56AC6A2}"/>
                </a:ext>
              </a:extLst>
            </p:cNvPr>
            <p:cNvSpPr txBox="1">
              <a:spLocks noChangeArrowheads="1"/>
            </p:cNvSpPr>
            <p:nvPr/>
          </p:nvSpPr>
          <p:spPr bwMode="auto">
            <a:xfrm>
              <a:off x="2427" y="2672"/>
              <a:ext cx="771" cy="577"/>
            </a:xfrm>
            <a:prstGeom prst="rect">
              <a:avLst/>
            </a:prstGeom>
            <a:noFill/>
            <a:ln>
              <a:noFill/>
            </a:ln>
            <a:effectLst/>
          </p:spPr>
          <p:txBody>
            <a:bodyPr wrap="none">
              <a:spAutoFit/>
            </a:bodyPr>
            <a:lstStyle>
              <a:lvl1pPr marL="457200" indent="-457200">
                <a:defRPr sz="2400">
                  <a:solidFill>
                    <a:schemeClr val="tx1"/>
                  </a:solidFill>
                  <a:latin typeface="Times New Roman" panose="02020603050405020304" pitchFamily="18" charset="0"/>
                </a:defRPr>
              </a:lvl1pPr>
              <a:lvl2pPr marL="914400" indent="-457200">
                <a:defRPr sz="2400">
                  <a:solidFill>
                    <a:schemeClr val="tx1"/>
                  </a:solidFill>
                  <a:latin typeface="Times New Roman" panose="02020603050405020304" pitchFamily="18" charset="0"/>
                </a:defRPr>
              </a:lvl2pPr>
              <a:lvl3pPr marL="1371600" indent="-457200">
                <a:defRPr sz="2400">
                  <a:solidFill>
                    <a:schemeClr val="tx1"/>
                  </a:solidFill>
                  <a:latin typeface="Times New Roman" panose="02020603050405020304" pitchFamily="18" charset="0"/>
                </a:defRPr>
              </a:lvl3pPr>
              <a:lvl4pPr marL="1828800" indent="-457200">
                <a:defRPr sz="2400">
                  <a:solidFill>
                    <a:schemeClr val="tx1"/>
                  </a:solidFill>
                  <a:latin typeface="Times New Roman" panose="02020603050405020304" pitchFamily="18" charset="0"/>
                </a:defRPr>
              </a:lvl4pPr>
              <a:lvl5pPr marL="2286000" indent="-457200">
                <a:defRPr sz="2400">
                  <a:solidFill>
                    <a:schemeClr val="tx1"/>
                  </a:solidFill>
                  <a:latin typeface="Times New Roman" panose="02020603050405020304" pitchFamily="18" charset="0"/>
                </a:defRPr>
              </a:lvl5pPr>
              <a:lvl6pPr marL="2743200" indent="-457200" fontAlgn="base">
                <a:spcBef>
                  <a:spcPct val="0"/>
                </a:spcBef>
                <a:spcAft>
                  <a:spcPct val="0"/>
                </a:spcAft>
                <a:defRPr sz="2400">
                  <a:solidFill>
                    <a:schemeClr val="tx1"/>
                  </a:solidFill>
                  <a:latin typeface="Times New Roman" panose="02020603050405020304" pitchFamily="18" charset="0"/>
                </a:defRPr>
              </a:lvl6pPr>
              <a:lvl7pPr marL="3200400" indent="-457200" fontAlgn="base">
                <a:spcBef>
                  <a:spcPct val="0"/>
                </a:spcBef>
                <a:spcAft>
                  <a:spcPct val="0"/>
                </a:spcAft>
                <a:defRPr sz="2400">
                  <a:solidFill>
                    <a:schemeClr val="tx1"/>
                  </a:solidFill>
                  <a:latin typeface="Times New Roman" panose="02020603050405020304" pitchFamily="18" charset="0"/>
                </a:defRPr>
              </a:lvl7pPr>
              <a:lvl8pPr marL="3657600" indent="-457200" fontAlgn="base">
                <a:spcBef>
                  <a:spcPct val="0"/>
                </a:spcBef>
                <a:spcAft>
                  <a:spcPct val="0"/>
                </a:spcAft>
                <a:defRPr sz="2400">
                  <a:solidFill>
                    <a:schemeClr val="tx1"/>
                  </a:solidFill>
                  <a:latin typeface="Times New Roman" panose="02020603050405020304" pitchFamily="18" charset="0"/>
                </a:defRPr>
              </a:lvl8pPr>
              <a:lvl9pPr marL="4114800" indent="-457200" fontAlgn="base">
                <a:spcBef>
                  <a:spcPct val="0"/>
                </a:spcBef>
                <a:spcAft>
                  <a:spcPct val="0"/>
                </a:spcAft>
                <a:defRPr sz="2400">
                  <a:solidFill>
                    <a:schemeClr val="tx1"/>
                  </a:solidFill>
                  <a:latin typeface="Times New Roman" panose="02020603050405020304" pitchFamily="18" charset="0"/>
                </a:defRPr>
              </a:lvl9pPr>
            </a:lstStyle>
            <a:p>
              <a:pPr>
                <a:defRPr/>
              </a:pPr>
              <a:r>
                <a:rPr lang="pt-BR" altLang="pt-BR" sz="1800">
                  <a:solidFill>
                    <a:schemeClr val="bg2"/>
                  </a:solidFill>
                  <a:effectLst>
                    <a:outerShdw blurRad="38100" dist="38100" dir="2700000" algn="tl">
                      <a:srgbClr val="C0C0C0"/>
                    </a:outerShdw>
                  </a:effectLst>
                  <a:latin typeface="Tahoma" panose="020B0604030504040204" pitchFamily="34" charset="0"/>
                </a:rPr>
                <a:t>	1	2</a:t>
              </a:r>
            </a:p>
            <a:p>
              <a:pPr>
                <a:defRPr/>
              </a:pPr>
              <a:r>
                <a:rPr lang="pt-BR" altLang="pt-BR" sz="1800">
                  <a:solidFill>
                    <a:schemeClr val="bg2"/>
                  </a:solidFill>
                  <a:effectLst>
                    <a:outerShdw blurRad="38100" dist="38100" dir="2700000" algn="tl">
                      <a:srgbClr val="C0C0C0"/>
                    </a:outerShdw>
                  </a:effectLst>
                  <a:latin typeface="Tahoma" panose="020B0604030504040204" pitchFamily="34" charset="0"/>
                </a:rPr>
                <a:t>B=</a:t>
              </a:r>
            </a:p>
            <a:p>
              <a:pPr>
                <a:defRPr/>
              </a:pPr>
              <a:r>
                <a:rPr lang="pt-BR" altLang="pt-BR" sz="1800">
                  <a:solidFill>
                    <a:schemeClr val="bg2"/>
                  </a:solidFill>
                  <a:effectLst>
                    <a:outerShdw blurRad="38100" dist="38100" dir="2700000" algn="tl">
                      <a:srgbClr val="C0C0C0"/>
                    </a:outerShdw>
                  </a:effectLst>
                  <a:latin typeface="Tahoma" panose="020B0604030504040204" pitchFamily="34" charset="0"/>
                </a:rPr>
                <a:t>	3	4</a:t>
              </a:r>
            </a:p>
          </p:txBody>
        </p:sp>
        <p:sp>
          <p:nvSpPr>
            <p:cNvPr id="66574" name="Line 72">
              <a:extLst>
                <a:ext uri="{FF2B5EF4-FFF2-40B4-BE49-F238E27FC236}">
                  <a16:creationId xmlns:a16="http://schemas.microsoft.com/office/drawing/2014/main" id="{D39083DF-CC88-43C9-F1A2-4C72E17E8E16}"/>
                </a:ext>
              </a:extLst>
            </p:cNvPr>
            <p:cNvSpPr>
              <a:spLocks noChangeShapeType="1"/>
            </p:cNvSpPr>
            <p:nvPr/>
          </p:nvSpPr>
          <p:spPr bwMode="auto">
            <a:xfrm>
              <a:off x="1247" y="2659"/>
              <a:ext cx="0" cy="635"/>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pt-BR"/>
            </a:p>
          </p:txBody>
        </p:sp>
        <p:sp>
          <p:nvSpPr>
            <p:cNvPr id="66575" name="Line 73">
              <a:extLst>
                <a:ext uri="{FF2B5EF4-FFF2-40B4-BE49-F238E27FC236}">
                  <a16:creationId xmlns:a16="http://schemas.microsoft.com/office/drawing/2014/main" id="{89752D4E-ED8C-6304-25B5-0703EFAD6E1C}"/>
                </a:ext>
              </a:extLst>
            </p:cNvPr>
            <p:cNvSpPr>
              <a:spLocks noChangeShapeType="1"/>
            </p:cNvSpPr>
            <p:nvPr/>
          </p:nvSpPr>
          <p:spPr bwMode="auto">
            <a:xfrm>
              <a:off x="1746" y="2652"/>
              <a:ext cx="0" cy="635"/>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pt-BR"/>
            </a:p>
          </p:txBody>
        </p:sp>
        <p:sp>
          <p:nvSpPr>
            <p:cNvPr id="66576" name="Line 74">
              <a:extLst>
                <a:ext uri="{FF2B5EF4-FFF2-40B4-BE49-F238E27FC236}">
                  <a16:creationId xmlns:a16="http://schemas.microsoft.com/office/drawing/2014/main" id="{BF01E866-0C95-473E-375C-8487FF4F4480}"/>
                </a:ext>
              </a:extLst>
            </p:cNvPr>
            <p:cNvSpPr>
              <a:spLocks noChangeShapeType="1"/>
            </p:cNvSpPr>
            <p:nvPr/>
          </p:nvSpPr>
          <p:spPr bwMode="auto">
            <a:xfrm>
              <a:off x="2744" y="2659"/>
              <a:ext cx="0" cy="635"/>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pt-BR"/>
            </a:p>
          </p:txBody>
        </p:sp>
        <p:sp>
          <p:nvSpPr>
            <p:cNvPr id="66577" name="Line 75">
              <a:extLst>
                <a:ext uri="{FF2B5EF4-FFF2-40B4-BE49-F238E27FC236}">
                  <a16:creationId xmlns:a16="http://schemas.microsoft.com/office/drawing/2014/main" id="{7CBC3F48-3B88-6A72-C901-E2B29FBF5489}"/>
                </a:ext>
              </a:extLst>
            </p:cNvPr>
            <p:cNvSpPr>
              <a:spLocks noChangeShapeType="1"/>
            </p:cNvSpPr>
            <p:nvPr/>
          </p:nvSpPr>
          <p:spPr bwMode="auto">
            <a:xfrm>
              <a:off x="3208" y="2645"/>
              <a:ext cx="0" cy="635"/>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pt-BR"/>
            </a:p>
          </p:txBody>
        </p:sp>
      </p:grpSp>
      <p:grpSp>
        <p:nvGrpSpPr>
          <p:cNvPr id="1593429" name="Group 85">
            <a:extLst>
              <a:ext uri="{FF2B5EF4-FFF2-40B4-BE49-F238E27FC236}">
                <a16:creationId xmlns:a16="http://schemas.microsoft.com/office/drawing/2014/main" id="{234F5360-7D5B-FAD9-A84E-9594EEF948C8}"/>
              </a:ext>
            </a:extLst>
          </p:cNvPr>
          <p:cNvGrpSpPr>
            <a:grpSpLocks/>
          </p:cNvGrpSpPr>
          <p:nvPr/>
        </p:nvGrpSpPr>
        <p:grpSpPr bwMode="auto">
          <a:xfrm>
            <a:off x="7751763" y="3357564"/>
            <a:ext cx="1244600" cy="1019175"/>
            <a:chOff x="2562" y="2924"/>
            <a:chExt cx="784" cy="642"/>
          </a:xfrm>
        </p:grpSpPr>
        <p:sp>
          <p:nvSpPr>
            <p:cNvPr id="1593423" name="Text Box 79">
              <a:extLst>
                <a:ext uri="{FF2B5EF4-FFF2-40B4-BE49-F238E27FC236}">
                  <a16:creationId xmlns:a16="http://schemas.microsoft.com/office/drawing/2014/main" id="{2CDD1955-C6C0-43BF-71CB-1B5544A39D69}"/>
                </a:ext>
              </a:extLst>
            </p:cNvPr>
            <p:cNvSpPr txBox="1">
              <a:spLocks noChangeArrowheads="1"/>
            </p:cNvSpPr>
            <p:nvPr/>
          </p:nvSpPr>
          <p:spPr bwMode="auto">
            <a:xfrm>
              <a:off x="2562" y="2940"/>
              <a:ext cx="760" cy="577"/>
            </a:xfrm>
            <a:prstGeom prst="rect">
              <a:avLst/>
            </a:prstGeom>
            <a:noFill/>
            <a:ln>
              <a:noFill/>
            </a:ln>
            <a:effectLst/>
          </p:spPr>
          <p:txBody>
            <a:bodyPr wrap="none">
              <a:spAutoFit/>
            </a:bodyPr>
            <a:lstStyle>
              <a:lvl1pPr marL="457200" indent="-457200">
                <a:defRPr sz="2400">
                  <a:solidFill>
                    <a:schemeClr val="tx1"/>
                  </a:solidFill>
                  <a:latin typeface="Times New Roman" panose="02020603050405020304" pitchFamily="18" charset="0"/>
                </a:defRPr>
              </a:lvl1pPr>
              <a:lvl2pPr marL="914400" indent="-457200">
                <a:defRPr sz="2400">
                  <a:solidFill>
                    <a:schemeClr val="tx1"/>
                  </a:solidFill>
                  <a:latin typeface="Times New Roman" panose="02020603050405020304" pitchFamily="18" charset="0"/>
                </a:defRPr>
              </a:lvl2pPr>
              <a:lvl3pPr marL="1371600" indent="-457200">
                <a:defRPr sz="2400">
                  <a:solidFill>
                    <a:schemeClr val="tx1"/>
                  </a:solidFill>
                  <a:latin typeface="Times New Roman" panose="02020603050405020304" pitchFamily="18" charset="0"/>
                </a:defRPr>
              </a:lvl3pPr>
              <a:lvl4pPr marL="1828800" indent="-457200">
                <a:defRPr sz="2400">
                  <a:solidFill>
                    <a:schemeClr val="tx1"/>
                  </a:solidFill>
                  <a:latin typeface="Times New Roman" panose="02020603050405020304" pitchFamily="18" charset="0"/>
                </a:defRPr>
              </a:lvl4pPr>
              <a:lvl5pPr marL="2286000" indent="-457200">
                <a:defRPr sz="2400">
                  <a:solidFill>
                    <a:schemeClr val="tx1"/>
                  </a:solidFill>
                  <a:latin typeface="Times New Roman" panose="02020603050405020304" pitchFamily="18" charset="0"/>
                </a:defRPr>
              </a:lvl5pPr>
              <a:lvl6pPr marL="2743200" indent="-457200" fontAlgn="base">
                <a:spcBef>
                  <a:spcPct val="0"/>
                </a:spcBef>
                <a:spcAft>
                  <a:spcPct val="0"/>
                </a:spcAft>
                <a:defRPr sz="2400">
                  <a:solidFill>
                    <a:schemeClr val="tx1"/>
                  </a:solidFill>
                  <a:latin typeface="Times New Roman" panose="02020603050405020304" pitchFamily="18" charset="0"/>
                </a:defRPr>
              </a:lvl6pPr>
              <a:lvl7pPr marL="3200400" indent="-457200" fontAlgn="base">
                <a:spcBef>
                  <a:spcPct val="0"/>
                </a:spcBef>
                <a:spcAft>
                  <a:spcPct val="0"/>
                </a:spcAft>
                <a:defRPr sz="2400">
                  <a:solidFill>
                    <a:schemeClr val="tx1"/>
                  </a:solidFill>
                  <a:latin typeface="Times New Roman" panose="02020603050405020304" pitchFamily="18" charset="0"/>
                </a:defRPr>
              </a:lvl7pPr>
              <a:lvl8pPr marL="3657600" indent="-457200" fontAlgn="base">
                <a:spcBef>
                  <a:spcPct val="0"/>
                </a:spcBef>
                <a:spcAft>
                  <a:spcPct val="0"/>
                </a:spcAft>
                <a:defRPr sz="2400">
                  <a:solidFill>
                    <a:schemeClr val="tx1"/>
                  </a:solidFill>
                  <a:latin typeface="Times New Roman" panose="02020603050405020304" pitchFamily="18" charset="0"/>
                </a:defRPr>
              </a:lvl8pPr>
              <a:lvl9pPr marL="4114800" indent="-457200" fontAlgn="base">
                <a:spcBef>
                  <a:spcPct val="0"/>
                </a:spcBef>
                <a:spcAft>
                  <a:spcPct val="0"/>
                </a:spcAft>
                <a:defRPr sz="2400">
                  <a:solidFill>
                    <a:schemeClr val="tx1"/>
                  </a:solidFill>
                  <a:latin typeface="Times New Roman" panose="02020603050405020304" pitchFamily="18" charset="0"/>
                </a:defRPr>
              </a:lvl9pPr>
            </a:lstStyle>
            <a:p>
              <a:pPr>
                <a:defRPr/>
              </a:pPr>
              <a:r>
                <a:rPr lang="pt-BR" altLang="pt-BR" sz="1800">
                  <a:solidFill>
                    <a:srgbClr val="000000"/>
                  </a:solidFill>
                  <a:effectLst>
                    <a:outerShdw blurRad="38100" dist="38100" dir="2700000" algn="tl">
                      <a:srgbClr val="C0C0C0"/>
                    </a:outerShdw>
                  </a:effectLst>
                  <a:latin typeface="Tahoma" panose="020B0604030504040204" pitchFamily="34" charset="0"/>
                </a:rPr>
                <a:t>	?	?</a:t>
              </a:r>
            </a:p>
            <a:p>
              <a:pPr>
                <a:defRPr/>
              </a:pPr>
              <a:r>
                <a:rPr lang="pt-BR" altLang="pt-BR" sz="1800">
                  <a:solidFill>
                    <a:srgbClr val="000000"/>
                  </a:solidFill>
                  <a:effectLst>
                    <a:outerShdw blurRad="38100" dist="38100" dir="2700000" algn="tl">
                      <a:srgbClr val="C0C0C0"/>
                    </a:outerShdw>
                  </a:effectLst>
                  <a:latin typeface="Tahoma" panose="020B0604030504040204" pitchFamily="34" charset="0"/>
                </a:rPr>
                <a:t>S=</a:t>
              </a:r>
            </a:p>
            <a:p>
              <a:pPr>
                <a:defRPr/>
              </a:pPr>
              <a:r>
                <a:rPr lang="pt-BR" altLang="pt-BR" sz="1800">
                  <a:solidFill>
                    <a:srgbClr val="000000"/>
                  </a:solidFill>
                  <a:effectLst>
                    <a:outerShdw blurRad="38100" dist="38100" dir="2700000" algn="tl">
                      <a:srgbClr val="C0C0C0"/>
                    </a:outerShdw>
                  </a:effectLst>
                  <a:latin typeface="Tahoma" panose="020B0604030504040204" pitchFamily="34" charset="0"/>
                </a:rPr>
                <a:t>	?	?</a:t>
              </a:r>
            </a:p>
          </p:txBody>
        </p:sp>
        <p:sp>
          <p:nvSpPr>
            <p:cNvPr id="66570" name="Line 81">
              <a:extLst>
                <a:ext uri="{FF2B5EF4-FFF2-40B4-BE49-F238E27FC236}">
                  <a16:creationId xmlns:a16="http://schemas.microsoft.com/office/drawing/2014/main" id="{D2B27E89-C536-453E-8B9D-DEBEBCB8C6FE}"/>
                </a:ext>
              </a:extLst>
            </p:cNvPr>
            <p:cNvSpPr>
              <a:spLocks noChangeShapeType="1"/>
            </p:cNvSpPr>
            <p:nvPr/>
          </p:nvSpPr>
          <p:spPr bwMode="auto">
            <a:xfrm>
              <a:off x="2847" y="2931"/>
              <a:ext cx="0" cy="635"/>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pt-BR"/>
            </a:p>
          </p:txBody>
        </p:sp>
        <p:sp>
          <p:nvSpPr>
            <p:cNvPr id="66571" name="Line 82">
              <a:extLst>
                <a:ext uri="{FF2B5EF4-FFF2-40B4-BE49-F238E27FC236}">
                  <a16:creationId xmlns:a16="http://schemas.microsoft.com/office/drawing/2014/main" id="{90E5F9AE-6A62-96AF-6E01-D681F7FC55A6}"/>
                </a:ext>
              </a:extLst>
            </p:cNvPr>
            <p:cNvSpPr>
              <a:spLocks noChangeShapeType="1"/>
            </p:cNvSpPr>
            <p:nvPr/>
          </p:nvSpPr>
          <p:spPr bwMode="auto">
            <a:xfrm>
              <a:off x="3346" y="2924"/>
              <a:ext cx="0" cy="635"/>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pt-BR"/>
            </a:p>
          </p:txBody>
        </p:sp>
      </p:grpSp>
      <p:sp>
        <p:nvSpPr>
          <p:cNvPr id="66567" name="Text Box 6">
            <a:extLst>
              <a:ext uri="{FF2B5EF4-FFF2-40B4-BE49-F238E27FC236}">
                <a16:creationId xmlns:a16="http://schemas.microsoft.com/office/drawing/2014/main" id="{696A6F15-7911-C78F-EA7C-953F2DC8DD56}"/>
              </a:ext>
            </a:extLst>
          </p:cNvPr>
          <p:cNvSpPr txBox="1">
            <a:spLocks noChangeArrowheads="1"/>
          </p:cNvSpPr>
          <p:nvPr/>
        </p:nvSpPr>
        <p:spPr bwMode="auto">
          <a:xfrm>
            <a:off x="5303839" y="4508501"/>
            <a:ext cx="923925" cy="314325"/>
          </a:xfrm>
          <a:prstGeom prst="rect">
            <a:avLst/>
          </a:prstGeom>
          <a:solidFill>
            <a:schemeClr val="folHlink"/>
          </a:solidFill>
          <a:ln w="9525" algn="ctr">
            <a:solidFill>
              <a:srgbClr val="A5002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spcBef>
                <a:spcPct val="20000"/>
              </a:spcBef>
              <a:spcAft>
                <a:spcPct val="50000"/>
              </a:spcAft>
              <a:buClr>
                <a:schemeClr val="hlink"/>
              </a:buClr>
              <a:buSzPct val="65000"/>
              <a:buFont typeface="Wingdings" panose="05000000000000000000" pitchFamily="2" charset="2"/>
              <a:defRPr>
                <a:solidFill>
                  <a:srgbClr val="000000"/>
                </a:solidFill>
                <a:latin typeface="Tahoma" panose="020B0604030504040204" pitchFamily="34" charset="0"/>
              </a:defRPr>
            </a:lvl1pPr>
            <a:lvl2pPr marL="742950" indent="-285750">
              <a:spcBef>
                <a:spcPct val="20000"/>
              </a:spcBef>
              <a:spcAft>
                <a:spcPct val="50000"/>
              </a:spcAft>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9pPr>
          </a:lstStyle>
          <a:p>
            <a:pPr algn="l">
              <a:spcBef>
                <a:spcPct val="0"/>
              </a:spcBef>
              <a:spcAft>
                <a:spcPct val="0"/>
              </a:spcAft>
              <a:buClrTx/>
              <a:buSzTx/>
              <a:buFontTx/>
              <a:buNone/>
            </a:pPr>
            <a:r>
              <a:rPr lang="pt-BR" altLang="pt-BR" sz="1400" b="1"/>
              <a:t>Matriz 7</a:t>
            </a:r>
          </a:p>
        </p:txBody>
      </p:sp>
      <p:sp>
        <p:nvSpPr>
          <p:cNvPr id="66568" name="Text Box 6">
            <a:extLst>
              <a:ext uri="{FF2B5EF4-FFF2-40B4-BE49-F238E27FC236}">
                <a16:creationId xmlns:a16="http://schemas.microsoft.com/office/drawing/2014/main" id="{91DE9652-2982-397F-1507-D9CAC4F169D4}"/>
              </a:ext>
            </a:extLst>
          </p:cNvPr>
          <p:cNvSpPr txBox="1">
            <a:spLocks noChangeArrowheads="1"/>
          </p:cNvSpPr>
          <p:nvPr/>
        </p:nvSpPr>
        <p:spPr bwMode="auto">
          <a:xfrm>
            <a:off x="5375276" y="5876926"/>
            <a:ext cx="923925" cy="314325"/>
          </a:xfrm>
          <a:prstGeom prst="rect">
            <a:avLst/>
          </a:prstGeom>
          <a:solidFill>
            <a:schemeClr val="folHlink"/>
          </a:solidFill>
          <a:ln w="9525" algn="ctr">
            <a:solidFill>
              <a:srgbClr val="A5002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spcBef>
                <a:spcPct val="20000"/>
              </a:spcBef>
              <a:spcAft>
                <a:spcPct val="50000"/>
              </a:spcAft>
              <a:buClr>
                <a:schemeClr val="hlink"/>
              </a:buClr>
              <a:buSzPct val="65000"/>
              <a:buFont typeface="Wingdings" panose="05000000000000000000" pitchFamily="2" charset="2"/>
              <a:defRPr>
                <a:solidFill>
                  <a:srgbClr val="000000"/>
                </a:solidFill>
                <a:latin typeface="Tahoma" panose="020B0604030504040204" pitchFamily="34" charset="0"/>
              </a:defRPr>
            </a:lvl1pPr>
            <a:lvl2pPr marL="742950" indent="-285750">
              <a:spcBef>
                <a:spcPct val="20000"/>
              </a:spcBef>
              <a:spcAft>
                <a:spcPct val="50000"/>
              </a:spcAft>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9pPr>
          </a:lstStyle>
          <a:p>
            <a:pPr algn="l">
              <a:spcBef>
                <a:spcPct val="0"/>
              </a:spcBef>
              <a:spcAft>
                <a:spcPct val="0"/>
              </a:spcAft>
              <a:buClrTx/>
              <a:buSzTx/>
              <a:buFontTx/>
              <a:buNone/>
            </a:pPr>
            <a:r>
              <a:rPr lang="pt-BR" altLang="pt-BR" sz="1400" b="1"/>
              <a:t>Matriz 8</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nodeType="clickEffect">
                                  <p:stCondLst>
                                    <p:cond delay="0"/>
                                  </p:stCondLst>
                                  <p:childTnLst>
                                    <p:set>
                                      <p:cBhvr>
                                        <p:cTn id="6" dur="1" fill="hold">
                                          <p:stCondLst>
                                            <p:cond delay="0"/>
                                          </p:stCondLst>
                                        </p:cTn>
                                        <p:tgtEl>
                                          <p:spTgt spid="1593420"/>
                                        </p:tgtEl>
                                        <p:attrNameLst>
                                          <p:attrName>style.visibility</p:attrName>
                                        </p:attrNameLst>
                                      </p:cBhvr>
                                      <p:to>
                                        <p:strVal val="visible"/>
                                      </p:to>
                                    </p:set>
                                    <p:animEffect transition="in" filter="diamond(in)">
                                      <p:cBhvr>
                                        <p:cTn id="7" dur="2000"/>
                                        <p:tgtEl>
                                          <p:spTgt spid="1593420"/>
                                        </p:tgtEl>
                                      </p:cBhvr>
                                    </p:animEffect>
                                  </p:childTnLst>
                                </p:cTn>
                              </p:par>
                              <p:par>
                                <p:cTn id="8" presetID="8" presetClass="entr" presetSubtype="16" fill="hold" nodeType="withEffect">
                                  <p:stCondLst>
                                    <p:cond delay="0"/>
                                  </p:stCondLst>
                                  <p:childTnLst>
                                    <p:set>
                                      <p:cBhvr>
                                        <p:cTn id="9" dur="1" fill="hold">
                                          <p:stCondLst>
                                            <p:cond delay="0"/>
                                          </p:stCondLst>
                                        </p:cTn>
                                        <p:tgtEl>
                                          <p:spTgt spid="1593429"/>
                                        </p:tgtEl>
                                        <p:attrNameLst>
                                          <p:attrName>style.visibility</p:attrName>
                                        </p:attrNameLst>
                                      </p:cBhvr>
                                      <p:to>
                                        <p:strVal val="visible"/>
                                      </p:to>
                                    </p:set>
                                    <p:animEffect transition="in" filter="diamond(in)">
                                      <p:cBhvr>
                                        <p:cTn id="10" dur="2000"/>
                                        <p:tgtEl>
                                          <p:spTgt spid="15934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9B2BC3-65EF-F4FF-8C10-6712DA386071}"/>
              </a:ext>
            </a:extLst>
          </p:cNvPr>
          <p:cNvSpPr>
            <a:spLocks noGrp="1"/>
          </p:cNvSpPr>
          <p:nvPr>
            <p:ph type="title"/>
          </p:nvPr>
        </p:nvSpPr>
        <p:spPr/>
        <p:txBody>
          <a:bodyPr/>
          <a:lstStyle/>
          <a:p>
            <a:pPr>
              <a:defRPr/>
            </a:pPr>
            <a:r>
              <a:rPr lang="pt-BR" dirty="0"/>
              <a:t>Pagina 97 do livro</a:t>
            </a:r>
          </a:p>
        </p:txBody>
      </p:sp>
      <p:sp>
        <p:nvSpPr>
          <p:cNvPr id="3" name="Espaço Reservado para Conteúdo 2">
            <a:extLst>
              <a:ext uri="{FF2B5EF4-FFF2-40B4-BE49-F238E27FC236}">
                <a16:creationId xmlns:a16="http://schemas.microsoft.com/office/drawing/2014/main" id="{890EB1B2-2A97-AC11-7D3C-F5C0E3B51219}"/>
              </a:ext>
            </a:extLst>
          </p:cNvPr>
          <p:cNvSpPr>
            <a:spLocks noGrp="1"/>
          </p:cNvSpPr>
          <p:nvPr>
            <p:ph idx="1"/>
          </p:nvPr>
        </p:nvSpPr>
        <p:spPr/>
        <p:txBody>
          <a:bodyPr/>
          <a:lstStyle/>
          <a:p>
            <a:pPr marL="0" indent="447675" algn="l">
              <a:defRPr/>
            </a:pPr>
            <a:r>
              <a:rPr lang="pt-BR" dirty="0"/>
              <a:t>	</a:t>
            </a:r>
          </a:p>
          <a:p>
            <a:pPr marL="0" indent="447675" algn="l">
              <a:defRPr/>
            </a:pPr>
            <a:endParaRPr lang="pt-BR" dirty="0"/>
          </a:p>
          <a:p>
            <a:pPr marL="0" indent="447675" algn="l">
              <a:defRPr/>
            </a:pPr>
            <a:r>
              <a:rPr lang="pt-BR" dirty="0"/>
              <a:t>Em dada turma </a:t>
            </a:r>
            <a:r>
              <a:rPr lang="pt-BR" dirty="0">
                <a:highlight>
                  <a:srgbClr val="FFFF00"/>
                </a:highlight>
              </a:rPr>
              <a:t>há 5 alunos</a:t>
            </a:r>
            <a:r>
              <a:rPr lang="pt-BR" dirty="0"/>
              <a:t>, e cada um realizou três provas. Calcule a média de cada aluno e a média da turma</a:t>
            </a:r>
          </a:p>
        </p:txBody>
      </p:sp>
      <p:sp>
        <p:nvSpPr>
          <p:cNvPr id="4" name="Espaço Reservado para Número de Slide 3">
            <a:extLst>
              <a:ext uri="{FF2B5EF4-FFF2-40B4-BE49-F238E27FC236}">
                <a16:creationId xmlns:a16="http://schemas.microsoft.com/office/drawing/2014/main" id="{D9CB931B-060E-8FF2-65F7-8020296ABE42}"/>
              </a:ext>
            </a:extLst>
          </p:cNvPr>
          <p:cNvSpPr>
            <a:spLocks noGrp="1"/>
          </p:cNvSpPr>
          <p:nvPr>
            <p:ph type="sldNum" sz="quarter" idx="12"/>
          </p:nvPr>
        </p:nvSpPr>
        <p:spPr/>
        <p:txBody>
          <a:bodyPr/>
          <a:lstStyle/>
          <a:p>
            <a:pPr>
              <a:defRPr/>
            </a:pPr>
            <a:fld id="{829C92A8-520D-448B-A4DC-DA758170E854}" type="slidenum">
              <a:rPr lang="pt-BR" altLang="pt-BR" smtClean="0"/>
              <a:pPr>
                <a:defRPr/>
              </a:pPr>
              <a:t>33</a:t>
            </a:fld>
            <a:endParaRPr lang="pt-BR" altLang="pt-BR"/>
          </a:p>
        </p:txBody>
      </p:sp>
      <p:graphicFrame>
        <p:nvGraphicFramePr>
          <p:cNvPr id="5" name="Tabela 5">
            <a:extLst>
              <a:ext uri="{FF2B5EF4-FFF2-40B4-BE49-F238E27FC236}">
                <a16:creationId xmlns:a16="http://schemas.microsoft.com/office/drawing/2014/main" id="{7D2D4CBA-0284-6E2E-08D2-E522BF108B15}"/>
              </a:ext>
            </a:extLst>
          </p:cNvPr>
          <p:cNvGraphicFramePr>
            <a:graphicFrameLocks noGrp="1"/>
          </p:cNvGraphicFramePr>
          <p:nvPr/>
        </p:nvGraphicFramePr>
        <p:xfrm>
          <a:off x="2681288" y="3214689"/>
          <a:ext cx="6829424" cy="2597147"/>
        </p:xfrm>
        <a:graphic>
          <a:graphicData uri="http://schemas.openxmlformats.org/drawingml/2006/table">
            <a:tbl>
              <a:tblPr firstRow="1" bandRow="1">
                <a:tableStyleId>{5C22544A-7EE6-4342-B048-85BDC9FD1C3A}</a:tableStyleId>
              </a:tblPr>
              <a:tblGrid>
                <a:gridCol w="2256575">
                  <a:extLst>
                    <a:ext uri="{9D8B030D-6E8A-4147-A177-3AD203B41FA5}">
                      <a16:colId xmlns:a16="http://schemas.microsoft.com/office/drawing/2014/main" val="20000"/>
                    </a:ext>
                  </a:extLst>
                </a:gridCol>
                <a:gridCol w="1524283">
                  <a:extLst>
                    <a:ext uri="{9D8B030D-6E8A-4147-A177-3AD203B41FA5}">
                      <a16:colId xmlns:a16="http://schemas.microsoft.com/office/drawing/2014/main" val="20001"/>
                    </a:ext>
                  </a:extLst>
                </a:gridCol>
                <a:gridCol w="1524283">
                  <a:extLst>
                    <a:ext uri="{9D8B030D-6E8A-4147-A177-3AD203B41FA5}">
                      <a16:colId xmlns:a16="http://schemas.microsoft.com/office/drawing/2014/main" val="20002"/>
                    </a:ext>
                  </a:extLst>
                </a:gridCol>
                <a:gridCol w="1524283">
                  <a:extLst>
                    <a:ext uri="{9D8B030D-6E8A-4147-A177-3AD203B41FA5}">
                      <a16:colId xmlns:a16="http://schemas.microsoft.com/office/drawing/2014/main" val="20003"/>
                    </a:ext>
                  </a:extLst>
                </a:gridCol>
              </a:tblGrid>
              <a:tr h="371021">
                <a:tc>
                  <a:txBody>
                    <a:bodyPr/>
                    <a:lstStyle/>
                    <a:p>
                      <a:pPr algn="ctr"/>
                      <a:r>
                        <a:rPr lang="pt-BR" sz="1800" dirty="0"/>
                        <a:t>Aluno / disciplina</a:t>
                      </a:r>
                    </a:p>
                  </a:txBody>
                  <a:tcPr marL="91457" marR="91457" marT="45742" marB="45742"/>
                </a:tc>
                <a:tc>
                  <a:txBody>
                    <a:bodyPr/>
                    <a:lstStyle/>
                    <a:p>
                      <a:pPr algn="ctr"/>
                      <a:r>
                        <a:rPr lang="pt-BR" sz="1800" dirty="0"/>
                        <a:t>LTP</a:t>
                      </a:r>
                    </a:p>
                  </a:txBody>
                  <a:tcPr marL="91457" marR="91457" marT="45742" marB="45742"/>
                </a:tc>
                <a:tc>
                  <a:txBody>
                    <a:bodyPr/>
                    <a:lstStyle/>
                    <a:p>
                      <a:pPr algn="ctr"/>
                      <a:r>
                        <a:rPr lang="pt-BR" sz="1800" dirty="0" err="1"/>
                        <a:t>Eng.Soft</a:t>
                      </a:r>
                      <a:r>
                        <a:rPr lang="pt-BR" sz="1800" dirty="0"/>
                        <a:t>.</a:t>
                      </a:r>
                    </a:p>
                  </a:txBody>
                  <a:tcPr marL="91457" marR="91457" marT="45742" marB="45742"/>
                </a:tc>
                <a:tc>
                  <a:txBody>
                    <a:bodyPr/>
                    <a:lstStyle/>
                    <a:p>
                      <a:pPr algn="ctr"/>
                      <a:r>
                        <a:rPr lang="pt-BR" sz="1800" dirty="0"/>
                        <a:t>Redes</a:t>
                      </a:r>
                    </a:p>
                  </a:txBody>
                  <a:tcPr marL="91457" marR="91457" marT="45742" marB="45742"/>
                </a:tc>
                <a:extLst>
                  <a:ext uri="{0D108BD9-81ED-4DB2-BD59-A6C34878D82A}">
                    <a16:rowId xmlns:a16="http://schemas.microsoft.com/office/drawing/2014/main" val="10000"/>
                  </a:ext>
                </a:extLst>
              </a:tr>
              <a:tr h="371021">
                <a:tc>
                  <a:txBody>
                    <a:bodyPr/>
                    <a:lstStyle/>
                    <a:p>
                      <a:pPr algn="ctr"/>
                      <a:r>
                        <a:rPr lang="pt-BR" sz="1800" b="1" dirty="0"/>
                        <a:t>Linha / coluna</a:t>
                      </a:r>
                    </a:p>
                  </a:txBody>
                  <a:tcPr marL="91457" marR="91457" marT="45742" marB="45742"/>
                </a:tc>
                <a:tc>
                  <a:txBody>
                    <a:bodyPr/>
                    <a:lstStyle/>
                    <a:p>
                      <a:pPr algn="ctr"/>
                      <a:r>
                        <a:rPr lang="pt-BR" sz="1800" b="1" dirty="0"/>
                        <a:t>0</a:t>
                      </a:r>
                    </a:p>
                  </a:txBody>
                  <a:tcPr marL="91457" marR="91457" marT="45742" marB="45742">
                    <a:solidFill>
                      <a:schemeClr val="bg1">
                        <a:lumMod val="40000"/>
                        <a:lumOff val="60000"/>
                      </a:schemeClr>
                    </a:solidFill>
                  </a:tcPr>
                </a:tc>
                <a:tc>
                  <a:txBody>
                    <a:bodyPr/>
                    <a:lstStyle/>
                    <a:p>
                      <a:pPr algn="ctr"/>
                      <a:r>
                        <a:rPr lang="pt-BR" sz="1800" b="1" dirty="0"/>
                        <a:t>1</a:t>
                      </a:r>
                    </a:p>
                  </a:txBody>
                  <a:tcPr marL="91457" marR="91457" marT="45742" marB="45742">
                    <a:solidFill>
                      <a:schemeClr val="bg1">
                        <a:lumMod val="40000"/>
                        <a:lumOff val="60000"/>
                      </a:schemeClr>
                    </a:solidFill>
                  </a:tcPr>
                </a:tc>
                <a:tc>
                  <a:txBody>
                    <a:bodyPr/>
                    <a:lstStyle/>
                    <a:p>
                      <a:pPr algn="ctr"/>
                      <a:r>
                        <a:rPr lang="pt-BR" sz="1800" b="1" dirty="0"/>
                        <a:t>2</a:t>
                      </a:r>
                    </a:p>
                  </a:txBody>
                  <a:tcPr marL="91457" marR="91457" marT="45742" marB="45742">
                    <a:solidFill>
                      <a:schemeClr val="bg1">
                        <a:lumMod val="40000"/>
                        <a:lumOff val="60000"/>
                      </a:schemeClr>
                    </a:solidFill>
                  </a:tcPr>
                </a:tc>
                <a:extLst>
                  <a:ext uri="{0D108BD9-81ED-4DB2-BD59-A6C34878D82A}">
                    <a16:rowId xmlns:a16="http://schemas.microsoft.com/office/drawing/2014/main" val="10001"/>
                  </a:ext>
                </a:extLst>
              </a:tr>
              <a:tr h="371021">
                <a:tc>
                  <a:txBody>
                    <a:bodyPr/>
                    <a:lstStyle/>
                    <a:p>
                      <a:pPr algn="ctr"/>
                      <a:r>
                        <a:rPr lang="pt-BR" sz="1800" b="1" dirty="0"/>
                        <a:t>0</a:t>
                      </a:r>
                    </a:p>
                  </a:txBody>
                  <a:tcPr marL="91457" marR="91457" marT="45742" marB="45742">
                    <a:solidFill>
                      <a:schemeClr val="bg1">
                        <a:lumMod val="40000"/>
                        <a:lumOff val="60000"/>
                      </a:schemeClr>
                    </a:solidFill>
                  </a:tcPr>
                </a:tc>
                <a:tc>
                  <a:txBody>
                    <a:bodyPr/>
                    <a:lstStyle/>
                    <a:p>
                      <a:pPr algn="ctr"/>
                      <a:r>
                        <a:rPr lang="pt-BR" sz="1800" dirty="0"/>
                        <a:t>5.0</a:t>
                      </a:r>
                    </a:p>
                  </a:txBody>
                  <a:tcPr marL="91457" marR="91457" marT="45742" marB="45742"/>
                </a:tc>
                <a:tc>
                  <a:txBody>
                    <a:bodyPr/>
                    <a:lstStyle/>
                    <a:p>
                      <a:pPr algn="ctr"/>
                      <a:r>
                        <a:rPr lang="pt-BR" sz="1800" dirty="0"/>
                        <a:t>5.0</a:t>
                      </a:r>
                    </a:p>
                  </a:txBody>
                  <a:tcPr marL="91457" marR="91457" marT="45742" marB="45742"/>
                </a:tc>
                <a:tc>
                  <a:txBody>
                    <a:bodyPr/>
                    <a:lstStyle/>
                    <a:p>
                      <a:pPr algn="ctr"/>
                      <a:r>
                        <a:rPr lang="pt-BR" sz="1800" dirty="0"/>
                        <a:t>5.0</a:t>
                      </a:r>
                    </a:p>
                  </a:txBody>
                  <a:tcPr marL="91457" marR="91457" marT="45742" marB="45742"/>
                </a:tc>
                <a:extLst>
                  <a:ext uri="{0D108BD9-81ED-4DB2-BD59-A6C34878D82A}">
                    <a16:rowId xmlns:a16="http://schemas.microsoft.com/office/drawing/2014/main" val="10002"/>
                  </a:ext>
                </a:extLst>
              </a:tr>
              <a:tr h="371021">
                <a:tc>
                  <a:txBody>
                    <a:bodyPr/>
                    <a:lstStyle/>
                    <a:p>
                      <a:pPr algn="ctr"/>
                      <a:r>
                        <a:rPr lang="pt-BR" sz="1800" b="1" dirty="0"/>
                        <a:t>1</a:t>
                      </a:r>
                    </a:p>
                  </a:txBody>
                  <a:tcPr marL="91457" marR="91457" marT="45742" marB="45742">
                    <a:solidFill>
                      <a:schemeClr val="bg1">
                        <a:lumMod val="40000"/>
                        <a:lumOff val="60000"/>
                      </a:schemeClr>
                    </a:solidFill>
                  </a:tcPr>
                </a:tc>
                <a:tc>
                  <a:txBody>
                    <a:bodyPr/>
                    <a:lstStyle/>
                    <a:p>
                      <a:pPr algn="ctr"/>
                      <a:r>
                        <a:rPr lang="pt-BR" sz="1800" dirty="0"/>
                        <a:t>6.0</a:t>
                      </a:r>
                    </a:p>
                  </a:txBody>
                  <a:tcPr marL="91457" marR="91457" marT="45742" marB="45742"/>
                </a:tc>
                <a:tc>
                  <a:txBody>
                    <a:bodyPr/>
                    <a:lstStyle/>
                    <a:p>
                      <a:pPr algn="ctr"/>
                      <a:r>
                        <a:rPr lang="pt-BR" sz="1800" dirty="0"/>
                        <a:t>7.0</a:t>
                      </a:r>
                    </a:p>
                  </a:txBody>
                  <a:tcPr marL="91457" marR="91457" marT="45742" marB="45742"/>
                </a:tc>
                <a:tc>
                  <a:txBody>
                    <a:bodyPr/>
                    <a:lstStyle/>
                    <a:p>
                      <a:pPr algn="ctr"/>
                      <a:r>
                        <a:rPr lang="pt-BR" sz="1800" dirty="0"/>
                        <a:t>8.0</a:t>
                      </a:r>
                    </a:p>
                  </a:txBody>
                  <a:tcPr marL="91457" marR="91457" marT="45742" marB="45742"/>
                </a:tc>
                <a:extLst>
                  <a:ext uri="{0D108BD9-81ED-4DB2-BD59-A6C34878D82A}">
                    <a16:rowId xmlns:a16="http://schemas.microsoft.com/office/drawing/2014/main" val="10003"/>
                  </a:ext>
                </a:extLst>
              </a:tr>
              <a:tr h="371021">
                <a:tc>
                  <a:txBody>
                    <a:bodyPr/>
                    <a:lstStyle/>
                    <a:p>
                      <a:pPr algn="ctr"/>
                      <a:r>
                        <a:rPr lang="pt-BR" sz="1800" b="1" dirty="0"/>
                        <a:t>2</a:t>
                      </a:r>
                    </a:p>
                  </a:txBody>
                  <a:tcPr marL="91457" marR="91457" marT="45742" marB="45742">
                    <a:solidFill>
                      <a:schemeClr val="bg1">
                        <a:lumMod val="40000"/>
                        <a:lumOff val="60000"/>
                      </a:schemeClr>
                    </a:solidFill>
                  </a:tcPr>
                </a:tc>
                <a:tc>
                  <a:txBody>
                    <a:bodyPr/>
                    <a:lstStyle/>
                    <a:p>
                      <a:pPr algn="ctr"/>
                      <a:r>
                        <a:rPr lang="pt-BR" sz="1800" dirty="0"/>
                        <a:t>4.0</a:t>
                      </a:r>
                    </a:p>
                  </a:txBody>
                  <a:tcPr marL="91457" marR="91457" marT="45742" marB="45742"/>
                </a:tc>
                <a:tc>
                  <a:txBody>
                    <a:bodyPr/>
                    <a:lstStyle/>
                    <a:p>
                      <a:pPr algn="ctr"/>
                      <a:r>
                        <a:rPr lang="pt-BR" sz="1800" dirty="0"/>
                        <a:t>5.0</a:t>
                      </a:r>
                    </a:p>
                  </a:txBody>
                  <a:tcPr marL="91457" marR="91457" marT="45742" marB="45742"/>
                </a:tc>
                <a:tc>
                  <a:txBody>
                    <a:bodyPr/>
                    <a:lstStyle/>
                    <a:p>
                      <a:pPr algn="ctr"/>
                      <a:r>
                        <a:rPr lang="pt-BR" sz="1800" dirty="0"/>
                        <a:t>6.0</a:t>
                      </a:r>
                    </a:p>
                  </a:txBody>
                  <a:tcPr marL="91457" marR="91457" marT="45742" marB="45742"/>
                </a:tc>
                <a:extLst>
                  <a:ext uri="{0D108BD9-81ED-4DB2-BD59-A6C34878D82A}">
                    <a16:rowId xmlns:a16="http://schemas.microsoft.com/office/drawing/2014/main" val="10004"/>
                  </a:ext>
                </a:extLst>
              </a:tr>
              <a:tr h="371021">
                <a:tc>
                  <a:txBody>
                    <a:bodyPr/>
                    <a:lstStyle/>
                    <a:p>
                      <a:pPr algn="ctr"/>
                      <a:r>
                        <a:rPr lang="pt-BR" sz="1800" b="1" dirty="0"/>
                        <a:t>3</a:t>
                      </a:r>
                    </a:p>
                  </a:txBody>
                  <a:tcPr marL="91457" marR="91457" marT="45742" marB="45742">
                    <a:solidFill>
                      <a:schemeClr val="bg1">
                        <a:lumMod val="40000"/>
                        <a:lumOff val="60000"/>
                      </a:schemeClr>
                    </a:solidFill>
                  </a:tcPr>
                </a:tc>
                <a:tc>
                  <a:txBody>
                    <a:bodyPr/>
                    <a:lstStyle/>
                    <a:p>
                      <a:pPr algn="ctr"/>
                      <a:r>
                        <a:rPr lang="pt-BR" sz="1800" dirty="0"/>
                        <a:t>8.0</a:t>
                      </a:r>
                    </a:p>
                  </a:txBody>
                  <a:tcPr marL="91457" marR="91457" marT="45742" marB="45742"/>
                </a:tc>
                <a:tc>
                  <a:txBody>
                    <a:bodyPr/>
                    <a:lstStyle/>
                    <a:p>
                      <a:pPr algn="ctr"/>
                      <a:r>
                        <a:rPr lang="pt-BR" sz="1800" dirty="0"/>
                        <a:t>8.0</a:t>
                      </a:r>
                    </a:p>
                  </a:txBody>
                  <a:tcPr marL="91457" marR="91457" marT="45742" marB="45742"/>
                </a:tc>
                <a:tc>
                  <a:txBody>
                    <a:bodyPr/>
                    <a:lstStyle/>
                    <a:p>
                      <a:pPr algn="ctr"/>
                      <a:r>
                        <a:rPr lang="pt-BR" sz="1800" dirty="0"/>
                        <a:t>8.0</a:t>
                      </a:r>
                    </a:p>
                  </a:txBody>
                  <a:tcPr marL="91457" marR="91457" marT="45742" marB="45742"/>
                </a:tc>
                <a:extLst>
                  <a:ext uri="{0D108BD9-81ED-4DB2-BD59-A6C34878D82A}">
                    <a16:rowId xmlns:a16="http://schemas.microsoft.com/office/drawing/2014/main" val="10005"/>
                  </a:ext>
                </a:extLst>
              </a:tr>
              <a:tr h="371021">
                <a:tc>
                  <a:txBody>
                    <a:bodyPr/>
                    <a:lstStyle/>
                    <a:p>
                      <a:pPr algn="ctr"/>
                      <a:r>
                        <a:rPr lang="pt-BR" sz="1800" b="1" dirty="0"/>
                        <a:t>4</a:t>
                      </a:r>
                    </a:p>
                  </a:txBody>
                  <a:tcPr marL="91457" marR="91457" marT="45742" marB="45742">
                    <a:solidFill>
                      <a:schemeClr val="bg1">
                        <a:lumMod val="40000"/>
                        <a:lumOff val="60000"/>
                      </a:schemeClr>
                    </a:solidFill>
                  </a:tcPr>
                </a:tc>
                <a:tc>
                  <a:txBody>
                    <a:bodyPr/>
                    <a:lstStyle/>
                    <a:p>
                      <a:pPr algn="ctr"/>
                      <a:r>
                        <a:rPr lang="pt-BR" sz="1800" dirty="0"/>
                        <a:t>9.0</a:t>
                      </a:r>
                    </a:p>
                  </a:txBody>
                  <a:tcPr marL="91457" marR="91457" marT="45742" marB="45742"/>
                </a:tc>
                <a:tc>
                  <a:txBody>
                    <a:bodyPr/>
                    <a:lstStyle/>
                    <a:p>
                      <a:pPr algn="ctr"/>
                      <a:r>
                        <a:rPr lang="pt-BR" sz="1800" dirty="0"/>
                        <a:t>7.0</a:t>
                      </a:r>
                    </a:p>
                  </a:txBody>
                  <a:tcPr marL="91457" marR="91457" marT="45742" marB="45742"/>
                </a:tc>
                <a:tc>
                  <a:txBody>
                    <a:bodyPr/>
                    <a:lstStyle/>
                    <a:p>
                      <a:pPr algn="ctr"/>
                      <a:r>
                        <a:rPr lang="pt-BR" sz="1800" dirty="0"/>
                        <a:t>9.0</a:t>
                      </a:r>
                    </a:p>
                  </a:txBody>
                  <a:tcPr marL="91457" marR="91457" marT="45742" marB="45742"/>
                </a:tc>
                <a:extLst>
                  <a:ext uri="{0D108BD9-81ED-4DB2-BD59-A6C34878D82A}">
                    <a16:rowId xmlns:a16="http://schemas.microsoft.com/office/drawing/2014/main" val="10006"/>
                  </a:ext>
                </a:extLst>
              </a:tr>
            </a:tbl>
          </a:graphicData>
        </a:graphic>
      </p:graphicFrame>
      <p:pic>
        <p:nvPicPr>
          <p:cNvPr id="68655" name="Imagem 6">
            <a:extLst>
              <a:ext uri="{FF2B5EF4-FFF2-40B4-BE49-F238E27FC236}">
                <a16:creationId xmlns:a16="http://schemas.microsoft.com/office/drawing/2014/main" id="{0D97C8EB-D50E-B30F-1127-0039BBA6EE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1951" y="1417638"/>
            <a:ext cx="6696075"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56" name="Imagem 8">
            <a:extLst>
              <a:ext uri="{FF2B5EF4-FFF2-40B4-BE49-F238E27FC236}">
                <a16:creationId xmlns:a16="http://schemas.microsoft.com/office/drawing/2014/main" id="{705DBD4F-67E3-3CF5-CD55-84128934DC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42276" y="760413"/>
            <a:ext cx="2517775" cy="798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Número de Slide 1">
            <a:extLst>
              <a:ext uri="{FF2B5EF4-FFF2-40B4-BE49-F238E27FC236}">
                <a16:creationId xmlns:a16="http://schemas.microsoft.com/office/drawing/2014/main" id="{14540D4D-044E-1781-1D4C-E24DD79AA96D}"/>
              </a:ext>
            </a:extLst>
          </p:cNvPr>
          <p:cNvSpPr>
            <a:spLocks noGrp="1"/>
          </p:cNvSpPr>
          <p:nvPr>
            <p:ph type="sldNum" sz="quarter" idx="12"/>
          </p:nvPr>
        </p:nvSpPr>
        <p:spPr/>
        <p:txBody>
          <a:bodyPr/>
          <a:lstStyle/>
          <a:p>
            <a:pPr>
              <a:defRPr/>
            </a:pPr>
            <a:fld id="{2E41CC10-291A-499E-AAB9-B3AF8CA6FD4E}" type="slidenum">
              <a:rPr lang="pt-BR" altLang="pt-BR" smtClean="0"/>
              <a:pPr>
                <a:defRPr/>
              </a:pPr>
              <a:t>34</a:t>
            </a:fld>
            <a:endParaRPr lang="pt-BR" altLang="pt-BR"/>
          </a:p>
        </p:txBody>
      </p:sp>
      <p:sp>
        <p:nvSpPr>
          <p:cNvPr id="69635" name="CaixaDeTexto 3">
            <a:extLst>
              <a:ext uri="{FF2B5EF4-FFF2-40B4-BE49-F238E27FC236}">
                <a16:creationId xmlns:a16="http://schemas.microsoft.com/office/drawing/2014/main" id="{D93B6CF9-DDBF-AD3F-E15F-E83C46EB0605}"/>
              </a:ext>
            </a:extLst>
          </p:cNvPr>
          <p:cNvSpPr txBox="1">
            <a:spLocks noChangeArrowheads="1"/>
          </p:cNvSpPr>
          <p:nvPr/>
        </p:nvSpPr>
        <p:spPr bwMode="auto">
          <a:xfrm>
            <a:off x="1598614" y="241301"/>
            <a:ext cx="4511675" cy="63722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pt-BR" altLang="pt-BR" sz="1200"/>
              <a:t>#include &lt;stdio.h&gt;</a:t>
            </a:r>
          </a:p>
          <a:p>
            <a:r>
              <a:rPr lang="pt-BR" altLang="pt-BR" sz="1200"/>
              <a:t>#include &lt;locale.h&gt;</a:t>
            </a:r>
          </a:p>
          <a:p>
            <a:r>
              <a:rPr lang="pt-BR" altLang="pt-BR" sz="1200"/>
              <a:t>int main()</a:t>
            </a:r>
          </a:p>
          <a:p>
            <a:r>
              <a:rPr lang="pt-BR" altLang="pt-BR" sz="1200"/>
              <a:t>{</a:t>
            </a:r>
          </a:p>
          <a:p>
            <a:r>
              <a:rPr lang="pt-BR" altLang="pt-BR" sz="1200"/>
              <a:t>    setlocale(LC_ALL,"portuguese");</a:t>
            </a:r>
          </a:p>
          <a:p>
            <a:r>
              <a:rPr lang="pt-BR" altLang="pt-BR" sz="1200"/>
              <a:t>int L, C, total=0;</a:t>
            </a:r>
          </a:p>
          <a:p>
            <a:r>
              <a:rPr lang="pt-BR" altLang="pt-BR" sz="1200"/>
              <a:t>float A[5][3],AcNota,MediaAluno, MediaTurma;</a:t>
            </a:r>
          </a:p>
          <a:p>
            <a:r>
              <a:rPr lang="pt-BR" altLang="pt-BR" sz="1200"/>
              <a:t>//************Construção da matrLz*******************</a:t>
            </a:r>
          </a:p>
          <a:p>
            <a:r>
              <a:rPr lang="pt-BR" altLang="pt-BR" sz="1200"/>
              <a:t>printf("\n ############################################");</a:t>
            </a:r>
          </a:p>
          <a:p>
            <a:endParaRPr lang="pt-BR" altLang="pt-BR" sz="1200"/>
          </a:p>
          <a:p>
            <a:r>
              <a:rPr lang="pt-BR" altLang="pt-BR" sz="1200"/>
              <a:t>printf("\n Entre com as notas dos alunos:\n");</a:t>
            </a:r>
          </a:p>
          <a:p>
            <a:r>
              <a:rPr lang="pt-BR" altLang="pt-BR" sz="1200"/>
              <a:t> for(L=0; L &lt; 5; L++)</a:t>
            </a:r>
          </a:p>
          <a:p>
            <a:r>
              <a:rPr lang="pt-BR" altLang="pt-BR" sz="1200"/>
              <a:t>    {</a:t>
            </a:r>
          </a:p>
          <a:p>
            <a:r>
              <a:rPr lang="pt-BR" altLang="pt-BR" sz="1200"/>
              <a:t>        printf("\nAluno índice %d ",L);</a:t>
            </a:r>
          </a:p>
          <a:p>
            <a:r>
              <a:rPr lang="pt-BR" altLang="pt-BR" sz="1200"/>
              <a:t>        for(C=0; C &lt; 3; C++)</a:t>
            </a:r>
          </a:p>
          <a:p>
            <a:r>
              <a:rPr lang="pt-BR" altLang="pt-BR" sz="1200"/>
              <a:t>       {</a:t>
            </a:r>
          </a:p>
          <a:p>
            <a:r>
              <a:rPr lang="pt-BR" altLang="pt-BR" sz="1200"/>
              <a:t>        printf("\nEntre com a nota da %da. disciplina: (índice %d)",C+1, C);</a:t>
            </a:r>
          </a:p>
          <a:p>
            <a:r>
              <a:rPr lang="pt-BR" altLang="pt-BR" sz="1200"/>
              <a:t>       scanf("%f",&amp;A[L][C]);</a:t>
            </a:r>
          </a:p>
          <a:p>
            <a:r>
              <a:rPr lang="pt-BR" altLang="pt-BR" sz="1200"/>
              <a:t>	   }</a:t>
            </a:r>
          </a:p>
          <a:p>
            <a:r>
              <a:rPr lang="pt-BR" altLang="pt-BR" sz="1200"/>
              <a:t>    }</a:t>
            </a:r>
          </a:p>
          <a:p>
            <a:r>
              <a:rPr lang="pt-BR" altLang="pt-BR" sz="1200"/>
              <a:t>MediaTurma = 0;</a:t>
            </a:r>
          </a:p>
          <a:p>
            <a:r>
              <a:rPr lang="pt-BR" altLang="pt-BR" sz="1200"/>
              <a:t> for(L=0; L &lt; 5; L++)</a:t>
            </a:r>
          </a:p>
          <a:p>
            <a:r>
              <a:rPr lang="pt-BR" altLang="pt-BR" sz="1200"/>
              <a:t>    {</a:t>
            </a:r>
          </a:p>
          <a:p>
            <a:r>
              <a:rPr lang="pt-BR" altLang="pt-BR" sz="1200"/>
              <a:t>        AcNota = 0;</a:t>
            </a:r>
          </a:p>
          <a:p>
            <a:r>
              <a:rPr lang="pt-BR" altLang="pt-BR" sz="1200"/>
              <a:t>        printf("\n#######Aluno índice %d:#######\n",L);</a:t>
            </a:r>
          </a:p>
          <a:p>
            <a:r>
              <a:rPr lang="pt-BR" altLang="pt-BR" sz="1200"/>
              <a:t>        for(C=0; C &lt; 3; C++)</a:t>
            </a:r>
          </a:p>
          <a:p>
            <a:r>
              <a:rPr lang="pt-BR" altLang="pt-BR" sz="1200"/>
              <a:t>       {</a:t>
            </a:r>
          </a:p>
          <a:p>
            <a:r>
              <a:rPr lang="pt-BR" altLang="pt-BR" sz="1200"/>
              <a:t>        printf("\nNota da disciplina índice %d: ",C);</a:t>
            </a:r>
          </a:p>
          <a:p>
            <a:r>
              <a:rPr lang="pt-BR" altLang="pt-BR" sz="1200"/>
              <a:t>        printf("\t  A[%d][%d]  -&gt;  %.2f",L,C, A[L][C]);</a:t>
            </a:r>
          </a:p>
          <a:p>
            <a:r>
              <a:rPr lang="pt-BR" altLang="pt-BR" sz="1200"/>
              <a:t>        AcNota = AcNota + A[L][C];</a:t>
            </a:r>
          </a:p>
        </p:txBody>
      </p:sp>
      <p:sp>
        <p:nvSpPr>
          <p:cNvPr id="69636" name="CaixaDeTexto 5">
            <a:extLst>
              <a:ext uri="{FF2B5EF4-FFF2-40B4-BE49-F238E27FC236}">
                <a16:creationId xmlns:a16="http://schemas.microsoft.com/office/drawing/2014/main" id="{DD0831C9-4136-0C84-E6F1-F69B26F17F53}"/>
              </a:ext>
            </a:extLst>
          </p:cNvPr>
          <p:cNvSpPr txBox="1">
            <a:spLocks noChangeArrowheads="1"/>
          </p:cNvSpPr>
          <p:nvPr/>
        </p:nvSpPr>
        <p:spPr bwMode="auto">
          <a:xfrm>
            <a:off x="6135689" y="981075"/>
            <a:ext cx="4511675" cy="56324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pt-BR" altLang="pt-BR" sz="1200"/>
              <a:t> if(C == 2)</a:t>
            </a:r>
          </a:p>
          <a:p>
            <a:r>
              <a:rPr lang="pt-BR" altLang="pt-BR" sz="1200"/>
              <a:t>            {</a:t>
            </a:r>
          </a:p>
          <a:p>
            <a:r>
              <a:rPr lang="pt-BR" altLang="pt-BR" sz="1200"/>
              <a:t>            MediaAluno = AcNota/3;</a:t>
            </a:r>
          </a:p>
          <a:p>
            <a:r>
              <a:rPr lang="pt-BR" altLang="pt-BR" sz="1200"/>
              <a:t>            printf("\n\nMédia do aluno índice %d = %.2f\n",L,MediaAluno);</a:t>
            </a:r>
          </a:p>
          <a:p>
            <a:r>
              <a:rPr lang="pt-BR" altLang="pt-BR" sz="1200"/>
              <a:t>            }</a:t>
            </a:r>
          </a:p>
          <a:p>
            <a:r>
              <a:rPr lang="pt-BR" altLang="pt-BR" sz="1200"/>
              <a:t>       MediaTurma = MediaTurma + MediaAluno;</a:t>
            </a:r>
          </a:p>
          <a:p>
            <a:r>
              <a:rPr lang="pt-BR" altLang="pt-BR" sz="1200"/>
              <a:t>       }</a:t>
            </a:r>
          </a:p>
          <a:p>
            <a:r>
              <a:rPr lang="pt-BR" altLang="pt-BR" sz="1200"/>
              <a:t>    }</a:t>
            </a:r>
          </a:p>
          <a:p>
            <a:r>
              <a:rPr lang="pt-BR" altLang="pt-BR" sz="1200"/>
              <a:t>    MediaTurma = MediaTurma / (L*C);</a:t>
            </a:r>
          </a:p>
          <a:p>
            <a:r>
              <a:rPr lang="pt-BR" altLang="pt-BR" sz="1200"/>
              <a:t>     printf("\n\nMédia da turma = %.2f",MediaTurma);</a:t>
            </a:r>
          </a:p>
          <a:p>
            <a:r>
              <a:rPr lang="pt-BR" altLang="pt-BR" sz="1200"/>
              <a:t> printf("\n\n");</a:t>
            </a:r>
          </a:p>
          <a:p>
            <a:r>
              <a:rPr lang="pt-BR" altLang="pt-BR" sz="1200"/>
              <a:t>printf("\n ############################################");</a:t>
            </a:r>
          </a:p>
          <a:p>
            <a:r>
              <a:rPr lang="pt-BR" altLang="pt-BR" sz="1200"/>
              <a:t>printf("\n ######Impressão da Matriz de Notas##########\n");</a:t>
            </a:r>
          </a:p>
          <a:p>
            <a:r>
              <a:rPr lang="pt-BR" altLang="pt-BR" sz="1200"/>
              <a:t> for(L=0; L &lt; 5; L++)</a:t>
            </a:r>
          </a:p>
          <a:p>
            <a:r>
              <a:rPr lang="pt-BR" altLang="pt-BR" sz="1200"/>
              <a:t>    {</a:t>
            </a:r>
          </a:p>
          <a:p>
            <a:r>
              <a:rPr lang="pt-BR" altLang="pt-BR" sz="1200"/>
              <a:t>        for(C=0; C &lt; 3; C++)</a:t>
            </a:r>
          </a:p>
          <a:p>
            <a:r>
              <a:rPr lang="pt-BR" altLang="pt-BR" sz="1200"/>
              <a:t>       {</a:t>
            </a:r>
          </a:p>
          <a:p>
            <a:r>
              <a:rPr lang="pt-BR" altLang="pt-BR" sz="1200"/>
              <a:t>         printf("\t %.2f", A[L][C]);</a:t>
            </a:r>
          </a:p>
          <a:p>
            <a:r>
              <a:rPr lang="pt-BR" altLang="pt-BR" sz="1200"/>
              <a:t>       }</a:t>
            </a:r>
          </a:p>
          <a:p>
            <a:r>
              <a:rPr lang="pt-BR" altLang="pt-BR" sz="1200"/>
              <a:t>       printf("\n");</a:t>
            </a:r>
          </a:p>
          <a:p>
            <a:r>
              <a:rPr lang="pt-BR" altLang="pt-BR" sz="1200"/>
              <a:t>    }</a:t>
            </a:r>
          </a:p>
          <a:p>
            <a:r>
              <a:rPr lang="pt-BR" altLang="pt-BR" sz="1200"/>
              <a:t>printf("\n ############################################");</a:t>
            </a:r>
          </a:p>
          <a:p>
            <a:r>
              <a:rPr lang="pt-BR" altLang="pt-BR" sz="1200"/>
              <a:t>       //printf("\n\ntotal=%d",total);</a:t>
            </a:r>
          </a:p>
          <a:p>
            <a:r>
              <a:rPr lang="pt-BR" altLang="pt-BR" sz="1200"/>
              <a: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Número de Slide 5">
            <a:extLst>
              <a:ext uri="{FF2B5EF4-FFF2-40B4-BE49-F238E27FC236}">
                <a16:creationId xmlns:a16="http://schemas.microsoft.com/office/drawing/2014/main" id="{13920FF8-B66A-31B3-5B39-D07F97F26014}"/>
              </a:ext>
            </a:extLst>
          </p:cNvPr>
          <p:cNvSpPr>
            <a:spLocks noGrp="1"/>
          </p:cNvSpPr>
          <p:nvPr>
            <p:ph type="sldNum" sz="quarter" idx="12"/>
          </p:nvPr>
        </p:nvSpPr>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defRPr/>
            </a:pPr>
            <a:fld id="{EB6C3146-4711-4159-867E-3A258379B51D}" type="slidenum">
              <a:rPr lang="pt-BR" altLang="pt-BR" smtClean="0">
                <a:solidFill>
                  <a:srgbClr val="000000"/>
                </a:solidFill>
                <a:latin typeface="Arial" panose="020B0604020202020204" pitchFamily="34" charset="0"/>
              </a:rPr>
              <a:pPr>
                <a:defRPr/>
              </a:pPr>
              <a:t>35</a:t>
            </a:fld>
            <a:endParaRPr lang="pt-BR" altLang="pt-BR">
              <a:solidFill>
                <a:srgbClr val="000000"/>
              </a:solidFill>
              <a:latin typeface="Arial" panose="020B0604020202020204" pitchFamily="34" charset="0"/>
            </a:endParaRPr>
          </a:p>
        </p:txBody>
      </p:sp>
      <p:sp>
        <p:nvSpPr>
          <p:cNvPr id="70659" name="Rectangle 2">
            <a:extLst>
              <a:ext uri="{FF2B5EF4-FFF2-40B4-BE49-F238E27FC236}">
                <a16:creationId xmlns:a16="http://schemas.microsoft.com/office/drawing/2014/main" id="{7FD1C107-3A24-8965-2184-E37CE44E3AE0}"/>
              </a:ext>
            </a:extLst>
          </p:cNvPr>
          <p:cNvSpPr>
            <a:spLocks noGrp="1" noChangeArrowheads="1"/>
          </p:cNvSpPr>
          <p:nvPr>
            <p:ph type="title"/>
          </p:nvPr>
        </p:nvSpPr>
        <p:spPr/>
        <p:txBody>
          <a:bodyPr/>
          <a:lstStyle/>
          <a:p>
            <a:r>
              <a:rPr lang="pt-BR" altLang="pt-BR" sz="2400" b="0" dirty="0">
                <a:effectLst/>
              </a:rPr>
              <a:t> </a:t>
            </a:r>
            <a:r>
              <a:rPr lang="pt-BR" altLang="pt-BR" dirty="0">
                <a:effectLst/>
              </a:rPr>
              <a:t>6.4 - Estruturas (variáveis heterogêneas)</a:t>
            </a:r>
            <a:endParaRPr lang="es-ES" altLang="pt-BR" dirty="0">
              <a:effectLst/>
            </a:endParaRPr>
          </a:p>
        </p:txBody>
      </p:sp>
      <p:sp>
        <p:nvSpPr>
          <p:cNvPr id="70660" name="Rectangle 3">
            <a:extLst>
              <a:ext uri="{FF2B5EF4-FFF2-40B4-BE49-F238E27FC236}">
                <a16:creationId xmlns:a16="http://schemas.microsoft.com/office/drawing/2014/main" id="{C8F4A68C-75CD-62F6-8298-EAB827962A46}"/>
              </a:ext>
            </a:extLst>
          </p:cNvPr>
          <p:cNvSpPr>
            <a:spLocks noGrp="1" noChangeArrowheads="1"/>
          </p:cNvSpPr>
          <p:nvPr>
            <p:ph type="body" idx="1"/>
          </p:nvPr>
        </p:nvSpPr>
        <p:spPr/>
        <p:txBody>
          <a:bodyPr/>
          <a:lstStyle/>
          <a:p>
            <a:pPr marL="0" indent="266700" algn="l">
              <a:buFont typeface="Wingdings" panose="05000000000000000000" pitchFamily="2" charset="2"/>
              <a:buChar char="n"/>
            </a:pPr>
            <a:r>
              <a:rPr lang="pt-BR" altLang="pt-BR" sz="2000">
                <a:effectLst/>
                <a:ea typeface="SimSun" panose="02010600030101010101" pitchFamily="2" charset="-122"/>
              </a:rPr>
              <a:t>Estrutura, variável heterogênea ou variável </a:t>
            </a:r>
            <a:r>
              <a:rPr lang="pt-BR" altLang="zh-CN" sz="2000">
                <a:effectLst/>
                <a:ea typeface="SimSun" panose="02010600030101010101" pitchFamily="2" charset="-122"/>
              </a:rPr>
              <a:t>composta heterogênea </a:t>
            </a:r>
            <a:r>
              <a:rPr lang="pt-BR" altLang="pt-BR" sz="2000">
                <a:effectLst/>
              </a:rPr>
              <a:t>é o conjunto de variáveis agrupadas sob um nome único, sendo que estas variáveis podem ser de tipos de dados diferentes.</a:t>
            </a:r>
          </a:p>
          <a:p>
            <a:pPr marL="0" indent="266700" algn="l">
              <a:buFont typeface="Wingdings" panose="05000000000000000000" pitchFamily="2" charset="2"/>
              <a:buChar char="n"/>
            </a:pPr>
            <a:r>
              <a:rPr lang="pt-BR" altLang="pt-BR" sz="2000">
                <a:effectLst/>
              </a:rPr>
              <a:t> A estrutura serve para organizar, de forma lógica, algum </a:t>
            </a:r>
            <a:r>
              <a:rPr lang="pt-BR" altLang="pt-BR" sz="2000" b="1">
                <a:effectLst/>
              </a:rPr>
              <a:t>dado</a:t>
            </a:r>
            <a:r>
              <a:rPr lang="pt-BR" altLang="pt-BR" sz="2000">
                <a:effectLst/>
              </a:rPr>
              <a:t> </a:t>
            </a:r>
            <a:r>
              <a:rPr lang="pt-BR" altLang="pt-BR" sz="2000" b="1">
                <a:effectLst/>
              </a:rPr>
              <a:t>cujo valor é composto por</a:t>
            </a:r>
            <a:r>
              <a:rPr lang="pt-BR" altLang="pt-BR" sz="2000">
                <a:effectLst/>
              </a:rPr>
              <a:t> </a:t>
            </a:r>
            <a:r>
              <a:rPr lang="pt-BR" altLang="pt-BR" sz="2000" b="1">
                <a:effectLst/>
              </a:rPr>
              <a:t>mais de uma variável</a:t>
            </a:r>
            <a:r>
              <a:rPr lang="pt-BR" altLang="pt-BR" sz="2000">
                <a:effectLst/>
              </a:rPr>
              <a:t>. Como exemplo pode-se citar uma data, que é composta por três valores, correspondentes ao dia, mês e ano.</a:t>
            </a:r>
          </a:p>
          <a:p>
            <a:pPr marL="0" indent="266700" algn="l">
              <a:buFont typeface="Wingdings" panose="05000000000000000000" pitchFamily="2" charset="2"/>
              <a:buChar char="n"/>
            </a:pPr>
            <a:r>
              <a:rPr lang="pt-BR" altLang="pt-BR" sz="2000">
                <a:effectLst/>
              </a:rPr>
              <a:t>Essas variáveis são chamadas elementos ou membros da estrutura. A declaração desses elementos segue as regras para declaração de variáveis normais em C.</a:t>
            </a:r>
          </a:p>
          <a:p>
            <a:pPr marL="0" indent="266700" algn="l">
              <a:buFont typeface="Wingdings" panose="05000000000000000000" pitchFamily="2" charset="2"/>
              <a:buChar char="n"/>
            </a:pPr>
            <a:r>
              <a:rPr lang="pt-BR" altLang="zh-CN" sz="2000">
                <a:effectLst/>
                <a:ea typeface="SimSun" panose="02010600030101010101" pitchFamily="2" charset="-122"/>
              </a:rPr>
              <a:t>A Estrutura implementa em C a idéia de registro.</a:t>
            </a:r>
            <a:endParaRPr lang="pt-BR" altLang="pt-BR" sz="2000">
              <a:effectLst/>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Número de Slide 5">
            <a:extLst>
              <a:ext uri="{FF2B5EF4-FFF2-40B4-BE49-F238E27FC236}">
                <a16:creationId xmlns:a16="http://schemas.microsoft.com/office/drawing/2014/main" id="{6073DF65-3E27-1BA7-3F08-842DBCB6BC6D}"/>
              </a:ext>
            </a:extLst>
          </p:cNvPr>
          <p:cNvSpPr>
            <a:spLocks noGrp="1"/>
          </p:cNvSpPr>
          <p:nvPr>
            <p:ph type="sldNum" sz="quarter" idx="12"/>
          </p:nvPr>
        </p:nvSpPr>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defRPr/>
            </a:pPr>
            <a:fld id="{64351A9E-D73D-49A9-AB38-6007C7BE14F7}" type="slidenum">
              <a:rPr lang="pt-BR" altLang="pt-BR" smtClean="0">
                <a:solidFill>
                  <a:srgbClr val="000000"/>
                </a:solidFill>
                <a:latin typeface="Arial" panose="020B0604020202020204" pitchFamily="34" charset="0"/>
              </a:rPr>
              <a:pPr>
                <a:defRPr/>
              </a:pPr>
              <a:t>36</a:t>
            </a:fld>
            <a:endParaRPr lang="pt-BR" altLang="pt-BR">
              <a:solidFill>
                <a:srgbClr val="000000"/>
              </a:solidFill>
              <a:latin typeface="Arial" panose="020B0604020202020204" pitchFamily="34" charset="0"/>
            </a:endParaRPr>
          </a:p>
        </p:txBody>
      </p:sp>
      <p:sp>
        <p:nvSpPr>
          <p:cNvPr id="1620994" name="Rectangle 2">
            <a:extLst>
              <a:ext uri="{FF2B5EF4-FFF2-40B4-BE49-F238E27FC236}">
                <a16:creationId xmlns:a16="http://schemas.microsoft.com/office/drawing/2014/main" id="{9CB72604-9CE1-A6CC-47BB-340FCB802752}"/>
              </a:ext>
            </a:extLst>
          </p:cNvPr>
          <p:cNvSpPr>
            <a:spLocks noGrp="1" noChangeArrowheads="1"/>
          </p:cNvSpPr>
          <p:nvPr>
            <p:ph type="title"/>
          </p:nvPr>
        </p:nvSpPr>
        <p:spPr/>
        <p:txBody>
          <a:bodyPr/>
          <a:lstStyle/>
          <a:p>
            <a:pPr>
              <a:defRPr/>
            </a:pPr>
            <a:r>
              <a:rPr lang="pt-BR" altLang="pt-BR" sz="2400" b="0" dirty="0">
                <a:effectLst/>
              </a:rPr>
              <a:t> </a:t>
            </a:r>
            <a:r>
              <a:rPr lang="pt-BR" altLang="pt-BR" dirty="0">
                <a:effectLst/>
              </a:rPr>
              <a:t>6.4 - Estruturas (variáveis heterogêneas)</a:t>
            </a:r>
            <a:endParaRPr lang="pt-BR" altLang="pt-BR" dirty="0">
              <a:ea typeface="SimSun" panose="02010600030101010101" pitchFamily="2" charset="-122"/>
            </a:endParaRPr>
          </a:p>
        </p:txBody>
      </p:sp>
      <p:sp>
        <p:nvSpPr>
          <p:cNvPr id="1620995" name="Rectangle 3">
            <a:extLst>
              <a:ext uri="{FF2B5EF4-FFF2-40B4-BE49-F238E27FC236}">
                <a16:creationId xmlns:a16="http://schemas.microsoft.com/office/drawing/2014/main" id="{CE38E8A3-5EDE-724C-A31A-6952E13137BC}"/>
              </a:ext>
            </a:extLst>
          </p:cNvPr>
          <p:cNvSpPr>
            <a:spLocks noGrp="1" noChangeArrowheads="1"/>
          </p:cNvSpPr>
          <p:nvPr>
            <p:ph type="body" idx="1"/>
          </p:nvPr>
        </p:nvSpPr>
        <p:spPr>
          <a:xfrm>
            <a:off x="1981200" y="1557338"/>
            <a:ext cx="8362950" cy="4608512"/>
          </a:xfrm>
        </p:spPr>
        <p:txBody>
          <a:bodyPr/>
          <a:lstStyle/>
          <a:p>
            <a:pPr algn="l">
              <a:buFont typeface="Wingdings" panose="05000000000000000000" pitchFamily="2" charset="2"/>
              <a:buChar char="n"/>
              <a:defRPr/>
            </a:pPr>
            <a:r>
              <a:rPr lang="pt-BR" altLang="pt-BR" sz="2000">
                <a:ea typeface="SimSun" panose="02010600030101010101" pitchFamily="2" charset="-122"/>
              </a:rPr>
              <a:t>As Estruturas s</a:t>
            </a:r>
            <a:r>
              <a:rPr lang="pt-BR" altLang="zh-CN" sz="2000">
                <a:ea typeface="SimSun" panose="02010600030101010101" pitchFamily="2" charset="-122"/>
              </a:rPr>
              <a:t>ão utilizadas para representar um conjunto de informações que estão logicamente relacionadas.</a:t>
            </a:r>
          </a:p>
          <a:p>
            <a:pPr algn="l">
              <a:buFont typeface="Wingdings" panose="05000000000000000000" pitchFamily="2" charset="2"/>
              <a:buChar char="n"/>
              <a:defRPr/>
            </a:pPr>
            <a:r>
              <a:rPr lang="pt-BR" altLang="zh-CN" sz="1900">
                <a:ea typeface="SimSun" panose="02010600030101010101" pitchFamily="2" charset="-122"/>
              </a:rPr>
              <a:t>Exemplos:</a:t>
            </a:r>
            <a:r>
              <a:rPr lang="pt-BR" altLang="zh-CN" sz="2000">
                <a:ea typeface="SimSun" panose="02010600030101010101" pitchFamily="2" charset="-122"/>
              </a:rPr>
              <a:t> </a:t>
            </a:r>
          </a:p>
          <a:p>
            <a:pPr lvl="1">
              <a:defRPr/>
            </a:pPr>
            <a:r>
              <a:rPr lang="pt-BR" altLang="zh-CN" sz="1800">
                <a:ea typeface="SimSun" panose="02010600030101010101" pitchFamily="2" charset="-122"/>
              </a:rPr>
              <a:t>Uma ficha de cadastro de uma empresa tem todo tipo de informações sobre um funcionário, necessárias para a empresa. </a:t>
            </a:r>
          </a:p>
          <a:p>
            <a:pPr lvl="1">
              <a:defRPr/>
            </a:pPr>
            <a:r>
              <a:rPr lang="pt-BR" altLang="zh-CN" sz="1800">
                <a:ea typeface="SimSun" panose="02010600030101010101" pitchFamily="2" charset="-122"/>
              </a:rPr>
              <a:t>Um cartão de ponto de uma empresa possui informações sobre um funcionário e seus horários de entrada e saída. </a:t>
            </a:r>
          </a:p>
          <a:p>
            <a:pPr lvl="1">
              <a:defRPr/>
            </a:pPr>
            <a:r>
              <a:rPr lang="pt-BR" altLang="zh-CN" sz="1800">
                <a:ea typeface="SimSun" panose="02010600030101010101" pitchFamily="2" charset="-122"/>
              </a:rPr>
              <a:t>Uma ficha de um consultório médico possui alguns dados e características do estado de saúde dos pacientes.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ço Reservado para Número de Slide 5">
            <a:extLst>
              <a:ext uri="{FF2B5EF4-FFF2-40B4-BE49-F238E27FC236}">
                <a16:creationId xmlns:a16="http://schemas.microsoft.com/office/drawing/2014/main" id="{A94117EB-6712-C27F-CBB9-B2687C947156}"/>
              </a:ext>
            </a:extLst>
          </p:cNvPr>
          <p:cNvSpPr>
            <a:spLocks noGrp="1"/>
          </p:cNvSpPr>
          <p:nvPr>
            <p:ph type="sldNum" sz="quarter" idx="12"/>
          </p:nvPr>
        </p:nvSpPr>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defRPr/>
            </a:pPr>
            <a:fld id="{62701974-2252-4DDC-AF84-7B8BEA981E67}" type="slidenum">
              <a:rPr lang="pt-BR" altLang="pt-BR" smtClean="0">
                <a:solidFill>
                  <a:srgbClr val="000000"/>
                </a:solidFill>
                <a:latin typeface="Arial" panose="020B0604020202020204" pitchFamily="34" charset="0"/>
              </a:rPr>
              <a:pPr>
                <a:defRPr/>
              </a:pPr>
              <a:t>37</a:t>
            </a:fld>
            <a:endParaRPr lang="pt-BR" altLang="pt-BR">
              <a:solidFill>
                <a:srgbClr val="000000"/>
              </a:solidFill>
              <a:latin typeface="Arial" panose="020B0604020202020204" pitchFamily="34" charset="0"/>
            </a:endParaRPr>
          </a:p>
        </p:txBody>
      </p:sp>
      <p:sp>
        <p:nvSpPr>
          <p:cNvPr id="1653762" name="Rectangle 2">
            <a:extLst>
              <a:ext uri="{FF2B5EF4-FFF2-40B4-BE49-F238E27FC236}">
                <a16:creationId xmlns:a16="http://schemas.microsoft.com/office/drawing/2014/main" id="{E78865FE-AC5A-EBC4-7FE1-BAD6939F182F}"/>
              </a:ext>
            </a:extLst>
          </p:cNvPr>
          <p:cNvSpPr>
            <a:spLocks noGrp="1" noChangeArrowheads="1"/>
          </p:cNvSpPr>
          <p:nvPr>
            <p:ph type="title"/>
          </p:nvPr>
        </p:nvSpPr>
        <p:spPr/>
        <p:txBody>
          <a:bodyPr/>
          <a:lstStyle/>
          <a:p>
            <a:pPr>
              <a:defRPr/>
            </a:pPr>
            <a:r>
              <a:rPr lang="pt-BR" altLang="pt-BR" sz="2400" b="0" dirty="0">
                <a:effectLst/>
              </a:rPr>
              <a:t> </a:t>
            </a:r>
            <a:r>
              <a:rPr lang="pt-BR" altLang="pt-BR" dirty="0">
                <a:effectLst/>
              </a:rPr>
              <a:t>6.4 - Estruturas (variáveis heterogêneas)</a:t>
            </a:r>
            <a:endParaRPr lang="pt-BR" altLang="pt-BR" dirty="0">
              <a:ea typeface="SimSun" panose="02010600030101010101" pitchFamily="2" charset="-122"/>
            </a:endParaRPr>
          </a:p>
        </p:txBody>
      </p:sp>
      <p:sp>
        <p:nvSpPr>
          <p:cNvPr id="73732" name="Rectangle 3">
            <a:extLst>
              <a:ext uri="{FF2B5EF4-FFF2-40B4-BE49-F238E27FC236}">
                <a16:creationId xmlns:a16="http://schemas.microsoft.com/office/drawing/2014/main" id="{A28D94E6-6358-9D2C-6E52-5515C9060998}"/>
              </a:ext>
            </a:extLst>
          </p:cNvPr>
          <p:cNvSpPr>
            <a:spLocks noGrp="1" noChangeArrowheads="1"/>
          </p:cNvSpPr>
          <p:nvPr>
            <p:ph type="body" idx="1"/>
          </p:nvPr>
        </p:nvSpPr>
        <p:spPr>
          <a:xfrm>
            <a:off x="1981200" y="1557338"/>
            <a:ext cx="8362950" cy="4608512"/>
          </a:xfrm>
        </p:spPr>
        <p:txBody>
          <a:bodyPr/>
          <a:lstStyle/>
          <a:p>
            <a:pPr algn="l">
              <a:buFont typeface="Wingdings" panose="05000000000000000000" pitchFamily="2" charset="2"/>
              <a:buChar char="n"/>
            </a:pPr>
            <a:r>
              <a:rPr lang="pt-BR" altLang="pt-BR" sz="2000" dirty="0">
                <a:effectLst/>
                <a:ea typeface="SimSun" panose="02010600030101010101" pitchFamily="2" charset="-122"/>
              </a:rPr>
              <a:t>As Estruturas s</a:t>
            </a:r>
            <a:r>
              <a:rPr lang="pt-BR" altLang="zh-CN" sz="2000" dirty="0">
                <a:effectLst/>
                <a:ea typeface="SimSun" panose="02010600030101010101" pitchFamily="2" charset="-122"/>
              </a:rPr>
              <a:t>ão utilizadas para representar um conjunto de informações que estão logicamente relacionadas.</a:t>
            </a:r>
          </a:p>
          <a:p>
            <a:pPr algn="l">
              <a:buFont typeface="Wingdings" panose="05000000000000000000" pitchFamily="2" charset="2"/>
              <a:buChar char="n"/>
            </a:pPr>
            <a:r>
              <a:rPr lang="pt-BR" altLang="zh-CN" sz="2000" dirty="0">
                <a:effectLst/>
                <a:ea typeface="SimSun" panose="02010600030101010101" pitchFamily="2" charset="-122"/>
              </a:rPr>
              <a:t>Exemplo: </a:t>
            </a:r>
          </a:p>
          <a:p>
            <a:pPr lvl="1"/>
            <a:r>
              <a:rPr lang="pt-BR" altLang="zh-CN" sz="1800" dirty="0">
                <a:effectLst/>
                <a:ea typeface="SimSun" panose="02010600030101010101" pitchFamily="2" charset="-122"/>
              </a:rPr>
              <a:t>Abaixo temos uma declaração de uma estrutura em C para a criação da ficha de funcionários supondo que gostaríamos de armazenar as informações: matrícula, nome, departamento onde está alocado e salário.</a:t>
            </a:r>
          </a:p>
        </p:txBody>
      </p:sp>
      <p:sp>
        <p:nvSpPr>
          <p:cNvPr id="73733" name="Rectangle 4">
            <a:extLst>
              <a:ext uri="{FF2B5EF4-FFF2-40B4-BE49-F238E27FC236}">
                <a16:creationId xmlns:a16="http://schemas.microsoft.com/office/drawing/2014/main" id="{BC2649C5-CC08-0369-732F-557676A8DF38}"/>
              </a:ext>
            </a:extLst>
          </p:cNvPr>
          <p:cNvSpPr>
            <a:spLocks noChangeArrowheads="1"/>
          </p:cNvSpPr>
          <p:nvPr/>
        </p:nvSpPr>
        <p:spPr bwMode="auto">
          <a:xfrm>
            <a:off x="4943475" y="4076700"/>
            <a:ext cx="2376488" cy="1625600"/>
          </a:xfrm>
          <a:prstGeom prst="rect">
            <a:avLst/>
          </a:prstGeom>
          <a:solidFill>
            <a:schemeClr val="folHlink"/>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20000"/>
              </a:spcBef>
              <a:spcAft>
                <a:spcPct val="50000"/>
              </a:spcAft>
              <a:buClr>
                <a:schemeClr val="hlink"/>
              </a:buClr>
              <a:buSzPct val="65000"/>
              <a:buFont typeface="Wingdings" panose="05000000000000000000" pitchFamily="2" charset="2"/>
              <a:defRPr>
                <a:solidFill>
                  <a:srgbClr val="000000"/>
                </a:solidFill>
                <a:latin typeface="Tahoma" panose="020B0604030504040204" pitchFamily="34" charset="0"/>
              </a:defRPr>
            </a:lvl1pPr>
            <a:lvl2pPr marL="742950" indent="-285750">
              <a:spcBef>
                <a:spcPct val="20000"/>
              </a:spcBef>
              <a:spcAft>
                <a:spcPct val="50000"/>
              </a:spcAft>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9pPr>
          </a:lstStyle>
          <a:p>
            <a:pPr algn="l">
              <a:spcBef>
                <a:spcPct val="0"/>
              </a:spcBef>
              <a:spcAft>
                <a:spcPct val="0"/>
              </a:spcAft>
              <a:buClrTx/>
              <a:buSzTx/>
              <a:buFontTx/>
              <a:buNone/>
            </a:pPr>
            <a:r>
              <a:rPr lang="es-ES" altLang="pt-BR" sz="2000" b="1"/>
              <a:t>struct </a:t>
            </a:r>
            <a:r>
              <a:rPr lang="es-ES" altLang="pt-BR" sz="2000"/>
              <a:t>ficha {</a:t>
            </a:r>
          </a:p>
          <a:p>
            <a:pPr algn="l">
              <a:spcBef>
                <a:spcPct val="0"/>
              </a:spcBef>
              <a:spcAft>
                <a:spcPct val="0"/>
              </a:spcAft>
              <a:buClrTx/>
              <a:buSzTx/>
              <a:buFontTx/>
              <a:buNone/>
            </a:pPr>
            <a:r>
              <a:rPr lang="es-ES" altLang="pt-BR" sz="2000"/>
              <a:t>int matricula;</a:t>
            </a:r>
          </a:p>
          <a:p>
            <a:pPr algn="l">
              <a:spcBef>
                <a:spcPct val="0"/>
              </a:spcBef>
              <a:spcAft>
                <a:spcPct val="0"/>
              </a:spcAft>
              <a:buClrTx/>
              <a:buSzTx/>
              <a:buFontTx/>
              <a:buNone/>
            </a:pPr>
            <a:r>
              <a:rPr lang="es-ES" altLang="pt-BR" sz="2000"/>
              <a:t>char nome [45];</a:t>
            </a:r>
          </a:p>
          <a:p>
            <a:pPr algn="l">
              <a:spcBef>
                <a:spcPct val="0"/>
              </a:spcBef>
              <a:spcAft>
                <a:spcPct val="0"/>
              </a:spcAft>
              <a:buClrTx/>
              <a:buSzTx/>
              <a:buFontTx/>
              <a:buNone/>
            </a:pPr>
            <a:r>
              <a:rPr lang="es-ES" altLang="pt-BR" sz="2000"/>
              <a:t>char depto [35];</a:t>
            </a:r>
          </a:p>
          <a:p>
            <a:pPr algn="l">
              <a:spcBef>
                <a:spcPct val="0"/>
              </a:spcBef>
              <a:spcAft>
                <a:spcPct val="0"/>
              </a:spcAft>
              <a:buClrTx/>
              <a:buSzTx/>
              <a:buFontTx/>
              <a:buNone/>
            </a:pPr>
            <a:r>
              <a:rPr lang="es-ES" altLang="pt-BR" sz="2000"/>
              <a:t>float salario;}</a:t>
            </a:r>
          </a:p>
        </p:txBody>
      </p:sp>
      <p:sp>
        <p:nvSpPr>
          <p:cNvPr id="2" name="CaixaDeTexto 1">
            <a:extLst>
              <a:ext uri="{FF2B5EF4-FFF2-40B4-BE49-F238E27FC236}">
                <a16:creationId xmlns:a16="http://schemas.microsoft.com/office/drawing/2014/main" id="{26DA21C1-BACB-5F6D-1EC6-41CA23FDBA30}"/>
              </a:ext>
            </a:extLst>
          </p:cNvPr>
          <p:cNvSpPr txBox="1"/>
          <p:nvPr/>
        </p:nvSpPr>
        <p:spPr>
          <a:xfrm>
            <a:off x="7616980" y="4695760"/>
            <a:ext cx="2430152" cy="369332"/>
          </a:xfrm>
          <a:prstGeom prst="rect">
            <a:avLst/>
          </a:prstGeom>
          <a:solidFill>
            <a:schemeClr val="accent2"/>
          </a:solidFill>
        </p:spPr>
        <p:txBody>
          <a:bodyPr wrap="none" rtlCol="0">
            <a:spAutoFit/>
          </a:bodyPr>
          <a:lstStyle/>
          <a:p>
            <a:r>
              <a:rPr lang="pt-BR" dirty="0"/>
              <a:t>Membros da estrutura</a:t>
            </a:r>
          </a:p>
        </p:txBody>
      </p:sp>
      <p:cxnSp>
        <p:nvCxnSpPr>
          <p:cNvPr id="4" name="Conector de Seta Reta 3">
            <a:extLst>
              <a:ext uri="{FF2B5EF4-FFF2-40B4-BE49-F238E27FC236}">
                <a16:creationId xmlns:a16="http://schemas.microsoft.com/office/drawing/2014/main" id="{DBE23AC2-0622-CAD1-7E7D-9E0F0D4B915D}"/>
              </a:ext>
            </a:extLst>
          </p:cNvPr>
          <p:cNvCxnSpPr>
            <a:stCxn id="2" idx="1"/>
          </p:cNvCxnSpPr>
          <p:nvPr/>
        </p:nvCxnSpPr>
        <p:spPr bwMode="auto">
          <a:xfrm flipH="1" flipV="1">
            <a:off x="6600056" y="4581128"/>
            <a:ext cx="1016924" cy="299298"/>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cxnSp>
        <p:nvCxnSpPr>
          <p:cNvPr id="6" name="Conector de Seta Reta 5">
            <a:extLst>
              <a:ext uri="{FF2B5EF4-FFF2-40B4-BE49-F238E27FC236}">
                <a16:creationId xmlns:a16="http://schemas.microsoft.com/office/drawing/2014/main" id="{0B922436-750E-468F-F0CB-0987A273581B}"/>
              </a:ext>
            </a:extLst>
          </p:cNvPr>
          <p:cNvCxnSpPr>
            <a:cxnSpLocks/>
            <a:stCxn id="2" idx="1"/>
          </p:cNvCxnSpPr>
          <p:nvPr/>
        </p:nvCxnSpPr>
        <p:spPr bwMode="auto">
          <a:xfrm flipH="1">
            <a:off x="6888088" y="4880426"/>
            <a:ext cx="728892" cy="0"/>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cxnSp>
        <p:nvCxnSpPr>
          <p:cNvPr id="9" name="Conector de Seta Reta 8">
            <a:extLst>
              <a:ext uri="{FF2B5EF4-FFF2-40B4-BE49-F238E27FC236}">
                <a16:creationId xmlns:a16="http://schemas.microsoft.com/office/drawing/2014/main" id="{71FBF896-1F93-615C-0257-5BE0E75B92A4}"/>
              </a:ext>
            </a:extLst>
          </p:cNvPr>
          <p:cNvCxnSpPr>
            <a:cxnSpLocks/>
            <a:stCxn id="2" idx="1"/>
          </p:cNvCxnSpPr>
          <p:nvPr/>
        </p:nvCxnSpPr>
        <p:spPr bwMode="auto">
          <a:xfrm flipH="1">
            <a:off x="6888088" y="4880427"/>
            <a:ext cx="728892" cy="310537"/>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3" name="Conector de Seta Reta 12">
            <a:extLst>
              <a:ext uri="{FF2B5EF4-FFF2-40B4-BE49-F238E27FC236}">
                <a16:creationId xmlns:a16="http://schemas.microsoft.com/office/drawing/2014/main" id="{EF08C3AB-7F1F-4A2E-1C59-1899BC25EA62}"/>
              </a:ext>
            </a:extLst>
          </p:cNvPr>
          <p:cNvCxnSpPr>
            <a:cxnSpLocks/>
            <a:stCxn id="2" idx="1"/>
          </p:cNvCxnSpPr>
          <p:nvPr/>
        </p:nvCxnSpPr>
        <p:spPr bwMode="auto">
          <a:xfrm flipH="1">
            <a:off x="6816080" y="4880426"/>
            <a:ext cx="800900" cy="745674"/>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ço Reservado para Número de Slide 5">
            <a:extLst>
              <a:ext uri="{FF2B5EF4-FFF2-40B4-BE49-F238E27FC236}">
                <a16:creationId xmlns:a16="http://schemas.microsoft.com/office/drawing/2014/main" id="{CFF9F66F-AFA5-E612-5F2C-121FECE0F3F8}"/>
              </a:ext>
            </a:extLst>
          </p:cNvPr>
          <p:cNvSpPr>
            <a:spLocks noGrp="1"/>
          </p:cNvSpPr>
          <p:nvPr>
            <p:ph type="sldNum" sz="quarter" idx="12"/>
          </p:nvPr>
        </p:nvSpPr>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defRPr/>
            </a:pPr>
            <a:fld id="{D0C30EF0-BC2B-436F-93E5-FE9D6845C878}" type="slidenum">
              <a:rPr lang="pt-BR" altLang="pt-BR" smtClean="0">
                <a:solidFill>
                  <a:srgbClr val="000000"/>
                </a:solidFill>
                <a:latin typeface="Arial" panose="020B0604020202020204" pitchFamily="34" charset="0"/>
              </a:rPr>
              <a:pPr>
                <a:defRPr/>
              </a:pPr>
              <a:t>38</a:t>
            </a:fld>
            <a:endParaRPr lang="pt-BR" altLang="pt-BR">
              <a:solidFill>
                <a:srgbClr val="000000"/>
              </a:solidFill>
              <a:latin typeface="Arial" panose="020B0604020202020204" pitchFamily="34" charset="0"/>
            </a:endParaRPr>
          </a:p>
        </p:txBody>
      </p:sp>
      <p:sp>
        <p:nvSpPr>
          <p:cNvPr id="1655810" name="Rectangle 2">
            <a:extLst>
              <a:ext uri="{FF2B5EF4-FFF2-40B4-BE49-F238E27FC236}">
                <a16:creationId xmlns:a16="http://schemas.microsoft.com/office/drawing/2014/main" id="{3F21E475-9267-DFA3-030B-2A1CE1C2B29B}"/>
              </a:ext>
            </a:extLst>
          </p:cNvPr>
          <p:cNvSpPr>
            <a:spLocks noGrp="1" noChangeArrowheads="1"/>
          </p:cNvSpPr>
          <p:nvPr>
            <p:ph type="title"/>
          </p:nvPr>
        </p:nvSpPr>
        <p:spPr/>
        <p:txBody>
          <a:bodyPr/>
          <a:lstStyle/>
          <a:p>
            <a:pPr>
              <a:defRPr/>
            </a:pPr>
            <a:r>
              <a:rPr lang="pt-BR" altLang="pt-BR" sz="2400" b="0" dirty="0">
                <a:effectLst/>
              </a:rPr>
              <a:t> </a:t>
            </a:r>
            <a:r>
              <a:rPr lang="pt-BR" altLang="pt-BR" dirty="0">
                <a:effectLst/>
              </a:rPr>
              <a:t>6.4 - Estruturas (variáveis heterogêneas)</a:t>
            </a:r>
            <a:endParaRPr lang="pt-BR" altLang="pt-BR" dirty="0">
              <a:ea typeface="SimSun" panose="02010600030101010101" pitchFamily="2" charset="-122"/>
            </a:endParaRPr>
          </a:p>
        </p:txBody>
      </p:sp>
      <p:sp>
        <p:nvSpPr>
          <p:cNvPr id="75780" name="Rectangle 3">
            <a:extLst>
              <a:ext uri="{FF2B5EF4-FFF2-40B4-BE49-F238E27FC236}">
                <a16:creationId xmlns:a16="http://schemas.microsoft.com/office/drawing/2014/main" id="{3F0E444F-80BD-D386-8992-80BD7B615DB9}"/>
              </a:ext>
            </a:extLst>
          </p:cNvPr>
          <p:cNvSpPr>
            <a:spLocks noGrp="1" noChangeArrowheads="1"/>
          </p:cNvSpPr>
          <p:nvPr>
            <p:ph type="body" idx="1"/>
          </p:nvPr>
        </p:nvSpPr>
        <p:spPr>
          <a:xfrm>
            <a:off x="1981200" y="1557338"/>
            <a:ext cx="8362950" cy="4608512"/>
          </a:xfrm>
        </p:spPr>
        <p:txBody>
          <a:bodyPr/>
          <a:lstStyle/>
          <a:p>
            <a:pPr algn="l"/>
            <a:r>
              <a:rPr lang="pt-BR" altLang="zh-CN" sz="2000">
                <a:effectLst/>
                <a:ea typeface="SimSun" panose="02010600030101010101" pitchFamily="2" charset="-122"/>
              </a:rPr>
              <a:t>Onde:</a:t>
            </a:r>
          </a:p>
          <a:p>
            <a:pPr algn="l">
              <a:buFont typeface="Wingdings" panose="05000000000000000000" pitchFamily="2" charset="2"/>
              <a:buChar char="n"/>
            </a:pPr>
            <a:r>
              <a:rPr lang="pt-BR" altLang="zh-CN" sz="2000">
                <a:effectLst/>
                <a:ea typeface="SimSun" panose="02010600030101010101" pitchFamily="2" charset="-122"/>
              </a:rPr>
              <a:t>A palavra chave </a:t>
            </a:r>
            <a:r>
              <a:rPr lang="pt-BR" altLang="zh-CN" sz="2000" b="1">
                <a:effectLst/>
                <a:ea typeface="SimSun" panose="02010600030101010101" pitchFamily="2" charset="-122"/>
              </a:rPr>
              <a:t>struct </a:t>
            </a:r>
            <a:r>
              <a:rPr lang="pt-BR" altLang="zh-CN" sz="2000">
                <a:effectLst/>
                <a:ea typeface="SimSun" panose="02010600030101010101" pitchFamily="2" charset="-122"/>
              </a:rPr>
              <a:t>inicia a declaração da estrutura.</a:t>
            </a:r>
          </a:p>
          <a:p>
            <a:pPr algn="l">
              <a:buFont typeface="Wingdings" panose="05000000000000000000" pitchFamily="2" charset="2"/>
              <a:buChar char="n"/>
            </a:pPr>
            <a:r>
              <a:rPr lang="pt-BR" altLang="zh-CN" sz="2000" b="1">
                <a:effectLst/>
                <a:ea typeface="SimSun" panose="02010600030101010101" pitchFamily="2" charset="-122"/>
              </a:rPr>
              <a:t>Ficha</a:t>
            </a:r>
            <a:r>
              <a:rPr lang="pt-BR" altLang="zh-CN" sz="2000">
                <a:effectLst/>
                <a:ea typeface="SimSun" panose="02010600030101010101" pitchFamily="2" charset="-122"/>
              </a:rPr>
              <a:t> é o nome do identificador da estrutura.</a:t>
            </a:r>
          </a:p>
          <a:p>
            <a:pPr algn="l">
              <a:buFont typeface="Wingdings" panose="05000000000000000000" pitchFamily="2" charset="2"/>
              <a:buChar char="n"/>
            </a:pPr>
            <a:r>
              <a:rPr lang="pt-BR" altLang="zh-CN" sz="2000">
                <a:effectLst/>
                <a:ea typeface="SimSun" panose="02010600030101010101" pitchFamily="2" charset="-122"/>
              </a:rPr>
              <a:t>Entre as chaves fica a declaração dos elementos que vão compor a estrutura. </a:t>
            </a:r>
          </a:p>
          <a:p>
            <a:pPr algn="l">
              <a:buFont typeface="Wingdings" panose="05000000000000000000" pitchFamily="2" charset="2"/>
              <a:buChar char="n"/>
            </a:pPr>
            <a:r>
              <a:rPr lang="pt-BR" altLang="zh-CN" sz="2000">
                <a:effectLst/>
                <a:ea typeface="SimSun" panose="02010600030101010101" pitchFamily="2" charset="-122"/>
              </a:rPr>
              <a:t>Para cada elemento deve ser especificado o tipo do mesmo (</a:t>
            </a:r>
            <a:r>
              <a:rPr lang="pt-BR" altLang="zh-CN" sz="2000" b="1">
                <a:effectLst/>
                <a:ea typeface="SimSun" panose="02010600030101010101" pitchFamily="2" charset="-122"/>
              </a:rPr>
              <a:t>int matricula</a:t>
            </a:r>
            <a:r>
              <a:rPr lang="pt-BR" altLang="zh-CN">
                <a:effectLst/>
                <a:ea typeface="SimSun" panose="02010600030101010101" pitchFamily="2" charset="-122"/>
              </a:rPr>
              <a:t>).</a:t>
            </a:r>
          </a:p>
        </p:txBody>
      </p:sp>
      <p:sp>
        <p:nvSpPr>
          <p:cNvPr id="75781" name="Rectangle 4">
            <a:extLst>
              <a:ext uri="{FF2B5EF4-FFF2-40B4-BE49-F238E27FC236}">
                <a16:creationId xmlns:a16="http://schemas.microsoft.com/office/drawing/2014/main" id="{7CA817DB-DED9-73C3-5E9E-4496F558C269}"/>
              </a:ext>
            </a:extLst>
          </p:cNvPr>
          <p:cNvSpPr>
            <a:spLocks noChangeArrowheads="1"/>
          </p:cNvSpPr>
          <p:nvPr/>
        </p:nvSpPr>
        <p:spPr bwMode="auto">
          <a:xfrm>
            <a:off x="5303839" y="4652963"/>
            <a:ext cx="2376487" cy="1625600"/>
          </a:xfrm>
          <a:prstGeom prst="rect">
            <a:avLst/>
          </a:prstGeom>
          <a:solidFill>
            <a:schemeClr val="folHlink"/>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20000"/>
              </a:spcBef>
              <a:spcAft>
                <a:spcPct val="50000"/>
              </a:spcAft>
              <a:buClr>
                <a:schemeClr val="hlink"/>
              </a:buClr>
              <a:buSzPct val="65000"/>
              <a:buFont typeface="Wingdings" panose="05000000000000000000" pitchFamily="2" charset="2"/>
              <a:defRPr>
                <a:solidFill>
                  <a:srgbClr val="000000"/>
                </a:solidFill>
                <a:latin typeface="Tahoma" panose="020B0604030504040204" pitchFamily="34" charset="0"/>
              </a:defRPr>
            </a:lvl1pPr>
            <a:lvl2pPr marL="742950" indent="-285750">
              <a:spcBef>
                <a:spcPct val="20000"/>
              </a:spcBef>
              <a:spcAft>
                <a:spcPct val="50000"/>
              </a:spcAft>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9pPr>
          </a:lstStyle>
          <a:p>
            <a:pPr algn="l">
              <a:spcBef>
                <a:spcPct val="0"/>
              </a:spcBef>
              <a:spcAft>
                <a:spcPct val="0"/>
              </a:spcAft>
              <a:buClrTx/>
              <a:buSzTx/>
              <a:buFontTx/>
              <a:buNone/>
            </a:pPr>
            <a:r>
              <a:rPr lang="es-ES" altLang="pt-BR" sz="2000" b="1"/>
              <a:t>struct </a:t>
            </a:r>
            <a:r>
              <a:rPr lang="es-ES" altLang="pt-BR" sz="2000"/>
              <a:t>ficha {</a:t>
            </a:r>
          </a:p>
          <a:p>
            <a:pPr algn="l">
              <a:spcBef>
                <a:spcPct val="0"/>
              </a:spcBef>
              <a:spcAft>
                <a:spcPct val="0"/>
              </a:spcAft>
              <a:buClrTx/>
              <a:buSzTx/>
              <a:buFontTx/>
              <a:buNone/>
            </a:pPr>
            <a:r>
              <a:rPr lang="es-ES" altLang="pt-BR" sz="2000"/>
              <a:t>int matricula;</a:t>
            </a:r>
          </a:p>
          <a:p>
            <a:pPr algn="l">
              <a:spcBef>
                <a:spcPct val="0"/>
              </a:spcBef>
              <a:spcAft>
                <a:spcPct val="0"/>
              </a:spcAft>
              <a:buClrTx/>
              <a:buSzTx/>
              <a:buFontTx/>
              <a:buNone/>
            </a:pPr>
            <a:r>
              <a:rPr lang="es-ES" altLang="pt-BR" sz="2000"/>
              <a:t>char nome [45];</a:t>
            </a:r>
          </a:p>
          <a:p>
            <a:pPr algn="l">
              <a:spcBef>
                <a:spcPct val="0"/>
              </a:spcBef>
              <a:spcAft>
                <a:spcPct val="0"/>
              </a:spcAft>
              <a:buClrTx/>
              <a:buSzTx/>
              <a:buFontTx/>
              <a:buNone/>
            </a:pPr>
            <a:r>
              <a:rPr lang="es-ES" altLang="pt-BR" sz="2000"/>
              <a:t>char depto [35];</a:t>
            </a:r>
          </a:p>
          <a:p>
            <a:pPr algn="l">
              <a:spcBef>
                <a:spcPct val="0"/>
              </a:spcBef>
              <a:spcAft>
                <a:spcPct val="0"/>
              </a:spcAft>
              <a:buClrTx/>
              <a:buSzTx/>
              <a:buFontTx/>
              <a:buNone/>
            </a:pPr>
            <a:r>
              <a:rPr lang="es-ES" altLang="pt-BR" sz="2000"/>
              <a:t>float salario;}</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ço Reservado para Número de Slide 6">
            <a:extLst>
              <a:ext uri="{FF2B5EF4-FFF2-40B4-BE49-F238E27FC236}">
                <a16:creationId xmlns:a16="http://schemas.microsoft.com/office/drawing/2014/main" id="{FC0263B9-36B3-8D80-164B-677D635E9D89}"/>
              </a:ext>
            </a:extLst>
          </p:cNvPr>
          <p:cNvSpPr>
            <a:spLocks noGrp="1"/>
          </p:cNvSpPr>
          <p:nvPr>
            <p:ph type="sldNum" sz="quarter" idx="12"/>
          </p:nvPr>
        </p:nvSpPr>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defRPr/>
            </a:pPr>
            <a:fld id="{B72CE01D-ED86-4D4A-B714-EF9634A01A8C}" type="slidenum">
              <a:rPr lang="pt-BR" altLang="pt-BR" smtClean="0">
                <a:solidFill>
                  <a:srgbClr val="000000"/>
                </a:solidFill>
                <a:latin typeface="Arial" panose="020B0604020202020204" pitchFamily="34" charset="0"/>
              </a:rPr>
              <a:pPr>
                <a:defRPr/>
              </a:pPr>
              <a:t>39</a:t>
            </a:fld>
            <a:endParaRPr lang="pt-BR" altLang="pt-BR">
              <a:solidFill>
                <a:srgbClr val="000000"/>
              </a:solidFill>
              <a:latin typeface="Arial" panose="020B0604020202020204" pitchFamily="34" charset="0"/>
            </a:endParaRPr>
          </a:p>
        </p:txBody>
      </p:sp>
      <p:sp>
        <p:nvSpPr>
          <p:cNvPr id="77827" name="Rectangle 2">
            <a:extLst>
              <a:ext uri="{FF2B5EF4-FFF2-40B4-BE49-F238E27FC236}">
                <a16:creationId xmlns:a16="http://schemas.microsoft.com/office/drawing/2014/main" id="{071B69CA-8700-10CD-0EB8-D90B73E3C597}"/>
              </a:ext>
            </a:extLst>
          </p:cNvPr>
          <p:cNvSpPr>
            <a:spLocks noGrp="1" noChangeArrowheads="1"/>
          </p:cNvSpPr>
          <p:nvPr>
            <p:ph type="title"/>
          </p:nvPr>
        </p:nvSpPr>
        <p:spPr/>
        <p:txBody>
          <a:bodyPr/>
          <a:lstStyle/>
          <a:p>
            <a:r>
              <a:rPr lang="pt-BR" altLang="pt-BR" dirty="0">
                <a:effectLst/>
              </a:rPr>
              <a:t>6.4 - Estruturas (variáveis heterogêneas)</a:t>
            </a:r>
          </a:p>
        </p:txBody>
      </p:sp>
      <p:sp>
        <p:nvSpPr>
          <p:cNvPr id="1623043" name="Rectangle 3">
            <a:extLst>
              <a:ext uri="{FF2B5EF4-FFF2-40B4-BE49-F238E27FC236}">
                <a16:creationId xmlns:a16="http://schemas.microsoft.com/office/drawing/2014/main" id="{D5D719E4-2CDD-A281-E744-95739914A1F4}"/>
              </a:ext>
            </a:extLst>
          </p:cNvPr>
          <p:cNvSpPr>
            <a:spLocks noGrp="1" noChangeArrowheads="1"/>
          </p:cNvSpPr>
          <p:nvPr>
            <p:ph type="body" sz="half" idx="1"/>
          </p:nvPr>
        </p:nvSpPr>
        <p:spPr>
          <a:xfrm>
            <a:off x="1981200" y="1557338"/>
            <a:ext cx="8147050" cy="4608512"/>
          </a:xfrm>
        </p:spPr>
        <p:txBody>
          <a:bodyPr/>
          <a:lstStyle/>
          <a:p>
            <a:pPr marL="0" indent="0" algn="just">
              <a:buFont typeface="Wingdings" panose="05000000000000000000" pitchFamily="2" charset="2"/>
              <a:buChar char="n"/>
              <a:defRPr/>
            </a:pPr>
            <a:r>
              <a:rPr lang="pt-BR" altLang="zh-CN">
                <a:ea typeface="SimSun" panose="02010600030101010101" pitchFamily="2" charset="-122"/>
              </a:rPr>
              <a:t> Abaixo temos um exemplo de uma ficha cadastral onde poderia se  utilizar uma estrutura em C: </a:t>
            </a:r>
          </a:p>
        </p:txBody>
      </p:sp>
      <p:pic>
        <p:nvPicPr>
          <p:cNvPr id="77829" name="Picture 4" descr="registro">
            <a:extLst>
              <a:ext uri="{FF2B5EF4-FFF2-40B4-BE49-F238E27FC236}">
                <a16:creationId xmlns:a16="http://schemas.microsoft.com/office/drawing/2014/main" id="{261CEF78-9EAC-1155-C82F-CCCDF3049757}"/>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3863976" y="2636838"/>
            <a:ext cx="5616575" cy="3414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Número de Slide 6">
            <a:extLst>
              <a:ext uri="{FF2B5EF4-FFF2-40B4-BE49-F238E27FC236}">
                <a16:creationId xmlns:a16="http://schemas.microsoft.com/office/drawing/2014/main" id="{34224438-CA35-4122-E5FD-B522F1B709D8}"/>
              </a:ext>
            </a:extLst>
          </p:cNvPr>
          <p:cNvSpPr>
            <a:spLocks noGrp="1"/>
          </p:cNvSpPr>
          <p:nvPr>
            <p:ph type="sldNum" sz="quarter" idx="12"/>
          </p:nvPr>
        </p:nvSpPr>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defRPr/>
            </a:pPr>
            <a:fld id="{DC815131-F15B-4155-BC58-AA3E07112837}" type="slidenum">
              <a:rPr lang="pt-BR" altLang="pt-BR" smtClean="0">
                <a:solidFill>
                  <a:srgbClr val="000000"/>
                </a:solidFill>
                <a:latin typeface="Arial" panose="020B0604020202020204" pitchFamily="34" charset="0"/>
              </a:rPr>
              <a:pPr>
                <a:defRPr/>
              </a:pPr>
              <a:t>40</a:t>
            </a:fld>
            <a:endParaRPr lang="pt-BR" altLang="pt-BR">
              <a:solidFill>
                <a:srgbClr val="000000"/>
              </a:solidFill>
              <a:latin typeface="Arial" panose="020B0604020202020204" pitchFamily="34" charset="0"/>
            </a:endParaRPr>
          </a:p>
        </p:txBody>
      </p:sp>
      <p:sp>
        <p:nvSpPr>
          <p:cNvPr id="79875" name="Rectangle 2">
            <a:extLst>
              <a:ext uri="{FF2B5EF4-FFF2-40B4-BE49-F238E27FC236}">
                <a16:creationId xmlns:a16="http://schemas.microsoft.com/office/drawing/2014/main" id="{3CB52EA1-99C8-41CD-AB9A-1F4DE87A5751}"/>
              </a:ext>
            </a:extLst>
          </p:cNvPr>
          <p:cNvSpPr>
            <a:spLocks noGrp="1" noChangeArrowheads="1"/>
          </p:cNvSpPr>
          <p:nvPr>
            <p:ph type="title"/>
          </p:nvPr>
        </p:nvSpPr>
        <p:spPr/>
        <p:txBody>
          <a:bodyPr/>
          <a:lstStyle/>
          <a:p>
            <a:r>
              <a:rPr lang="pt-BR" altLang="pt-BR" dirty="0">
                <a:effectLst/>
              </a:rPr>
              <a:t>6.4 - Estruturas (variáveis heterogêneas)</a:t>
            </a:r>
          </a:p>
        </p:txBody>
      </p:sp>
      <p:sp>
        <p:nvSpPr>
          <p:cNvPr id="1625091" name="Rectangle 3">
            <a:extLst>
              <a:ext uri="{FF2B5EF4-FFF2-40B4-BE49-F238E27FC236}">
                <a16:creationId xmlns:a16="http://schemas.microsoft.com/office/drawing/2014/main" id="{4958FD0A-2F78-BBE4-C3A7-3FD487D23B1A}"/>
              </a:ext>
            </a:extLst>
          </p:cNvPr>
          <p:cNvSpPr>
            <a:spLocks noGrp="1" noChangeArrowheads="1"/>
          </p:cNvSpPr>
          <p:nvPr>
            <p:ph type="body" sz="half" idx="1"/>
          </p:nvPr>
        </p:nvSpPr>
        <p:spPr>
          <a:xfrm>
            <a:off x="1981200" y="1557338"/>
            <a:ext cx="8147050" cy="4608512"/>
          </a:xfrm>
        </p:spPr>
        <p:txBody>
          <a:bodyPr/>
          <a:lstStyle/>
          <a:p>
            <a:pPr marL="0" indent="0" algn="just">
              <a:buFont typeface="Wingdings" panose="05000000000000000000" pitchFamily="2" charset="2"/>
              <a:buChar char="n"/>
              <a:defRPr/>
            </a:pPr>
            <a:r>
              <a:rPr lang="pt-BR" altLang="zh-CN" sz="2000">
                <a:ea typeface="SimSun" panose="02010600030101010101" pitchFamily="2" charset="-122"/>
              </a:rPr>
              <a:t>   Percebe-se que a ficha do slide anterior possui um conjunto de informações relacionadas, ou seja, todas são dados gerais de um funcionário pertencente a empresa "Lancholândia". A cada informação dar-se-á o nome de </a:t>
            </a:r>
            <a:r>
              <a:rPr lang="pt-BR" altLang="zh-CN" sz="2000" b="1">
                <a:ea typeface="SimSun" panose="02010600030101010101" pitchFamily="2" charset="-122"/>
              </a:rPr>
              <a:t>campo</a:t>
            </a:r>
            <a:r>
              <a:rPr lang="pt-BR" altLang="zh-CN" sz="2000">
                <a:ea typeface="SimSun" panose="02010600030101010101" pitchFamily="2" charset="-122"/>
              </a:rPr>
              <a:t>. </a:t>
            </a:r>
          </a:p>
          <a:p>
            <a:pPr marL="0" indent="0" algn="just">
              <a:buFont typeface="Wingdings" panose="05000000000000000000" pitchFamily="2" charset="2"/>
              <a:buChar char="n"/>
              <a:defRPr/>
            </a:pPr>
            <a:r>
              <a:rPr lang="pt-BR" altLang="zh-CN" sz="2000">
                <a:ea typeface="SimSun" panose="02010600030101010101" pitchFamily="2" charset="-122"/>
              </a:rPr>
              <a:t>   Algumas informações da ficha possuem o mesmo tipo de dado, por exemplo:</a:t>
            </a:r>
          </a:p>
          <a:p>
            <a:pPr marL="0" indent="0" algn="just">
              <a:buFont typeface="Wingdings" panose="05000000000000000000" pitchFamily="2" charset="2"/>
              <a:buChar char="n"/>
              <a:defRPr/>
            </a:pPr>
            <a:r>
              <a:rPr lang="pt-BR" altLang="zh-CN" sz="2000">
                <a:ea typeface="SimSun" panose="02010600030101010101" pitchFamily="2" charset="-122"/>
              </a:rPr>
              <a:t>  - nome, cidade, estado, país e profissão são todos do tipo conjunto de caracteres. </a:t>
            </a:r>
          </a:p>
          <a:p>
            <a:pPr marL="0" indent="0" algn="just">
              <a:buFont typeface="Wingdings" panose="05000000000000000000" pitchFamily="2" charset="2"/>
              <a:buChar char="n"/>
              <a:defRPr/>
            </a:pPr>
            <a:r>
              <a:rPr lang="pt-BR" altLang="zh-CN" sz="2000">
                <a:ea typeface="SimSun" panose="02010600030101010101" pitchFamily="2" charset="-122"/>
              </a:rPr>
              <a:t>  - fumante assume dois valores possíveis podendo ser representado pelo tipo lógico (Ex.: Não fumante seria representado por Falso e fumante por Verdadeiro).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Número de Slide 6">
            <a:extLst>
              <a:ext uri="{FF2B5EF4-FFF2-40B4-BE49-F238E27FC236}">
                <a16:creationId xmlns:a16="http://schemas.microsoft.com/office/drawing/2014/main" id="{E1B9C94A-BEA7-A04B-FBF3-410471EE3007}"/>
              </a:ext>
            </a:extLst>
          </p:cNvPr>
          <p:cNvSpPr>
            <a:spLocks noGrp="1"/>
          </p:cNvSpPr>
          <p:nvPr>
            <p:ph type="sldNum" sz="quarter" idx="12"/>
          </p:nvPr>
        </p:nvSpPr>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defRPr/>
            </a:pPr>
            <a:fld id="{84B7F891-1603-433F-BEBB-67413F04901B}" type="slidenum">
              <a:rPr lang="pt-BR" altLang="pt-BR" smtClean="0">
                <a:solidFill>
                  <a:srgbClr val="000000"/>
                </a:solidFill>
                <a:latin typeface="Arial" panose="020B0604020202020204" pitchFamily="34" charset="0"/>
              </a:rPr>
              <a:pPr>
                <a:defRPr/>
              </a:pPr>
              <a:t>41</a:t>
            </a:fld>
            <a:endParaRPr lang="pt-BR" altLang="pt-BR">
              <a:solidFill>
                <a:srgbClr val="000000"/>
              </a:solidFill>
              <a:latin typeface="Arial" panose="020B0604020202020204" pitchFamily="34" charset="0"/>
            </a:endParaRPr>
          </a:p>
        </p:txBody>
      </p:sp>
      <p:sp>
        <p:nvSpPr>
          <p:cNvPr id="81923" name="Rectangle 2">
            <a:extLst>
              <a:ext uri="{FF2B5EF4-FFF2-40B4-BE49-F238E27FC236}">
                <a16:creationId xmlns:a16="http://schemas.microsoft.com/office/drawing/2014/main" id="{DA95991E-4D99-A079-7E80-B897C542686B}"/>
              </a:ext>
            </a:extLst>
          </p:cNvPr>
          <p:cNvSpPr>
            <a:spLocks noGrp="1" noChangeArrowheads="1"/>
          </p:cNvSpPr>
          <p:nvPr>
            <p:ph type="title"/>
          </p:nvPr>
        </p:nvSpPr>
        <p:spPr/>
        <p:txBody>
          <a:bodyPr/>
          <a:lstStyle/>
          <a:p>
            <a:r>
              <a:rPr lang="pt-BR" altLang="pt-BR" dirty="0">
                <a:effectLst/>
              </a:rPr>
              <a:t>6.4 - Estruturas (variáveis heterogêneas)</a:t>
            </a:r>
          </a:p>
        </p:txBody>
      </p:sp>
      <p:sp>
        <p:nvSpPr>
          <p:cNvPr id="1627139" name="Rectangle 3">
            <a:extLst>
              <a:ext uri="{FF2B5EF4-FFF2-40B4-BE49-F238E27FC236}">
                <a16:creationId xmlns:a16="http://schemas.microsoft.com/office/drawing/2014/main" id="{8BC0EC4F-3592-D8DA-FB0A-10B00B9E019D}"/>
              </a:ext>
            </a:extLst>
          </p:cNvPr>
          <p:cNvSpPr>
            <a:spLocks noGrp="1" noChangeArrowheads="1"/>
          </p:cNvSpPr>
          <p:nvPr>
            <p:ph type="body" sz="half" idx="1"/>
          </p:nvPr>
        </p:nvSpPr>
        <p:spPr>
          <a:xfrm>
            <a:off x="1981200" y="1557338"/>
            <a:ext cx="8147050" cy="4608512"/>
          </a:xfrm>
        </p:spPr>
        <p:txBody>
          <a:bodyPr/>
          <a:lstStyle/>
          <a:p>
            <a:pPr marL="0" indent="0" algn="just">
              <a:buFont typeface="Wingdings" panose="05000000000000000000" pitchFamily="2" charset="2"/>
              <a:buChar char="n"/>
              <a:defRPr/>
            </a:pPr>
            <a:r>
              <a:rPr lang="pt-BR" altLang="zh-CN" sz="2000">
                <a:ea typeface="SimSun" panose="02010600030101010101" pitchFamily="2" charset="-122"/>
              </a:rPr>
              <a:t>Qtde dependentes é um valor do tipo inteiro (Ex.: 10 dependentes). </a:t>
            </a:r>
          </a:p>
          <a:p>
            <a:pPr marL="0" indent="0" algn="just">
              <a:buFont typeface="Wingdings" panose="05000000000000000000" pitchFamily="2" charset="2"/>
              <a:buChar char="n"/>
              <a:defRPr/>
            </a:pPr>
            <a:r>
              <a:rPr lang="pt-BR" altLang="zh-CN" sz="2000">
                <a:ea typeface="SimSun" panose="02010600030101010101" pitchFamily="2" charset="-122"/>
              </a:rPr>
              <a:t>Salário é uma informação do tipo real (Ex.: R$ 1000,00) </a:t>
            </a:r>
          </a:p>
          <a:p>
            <a:pPr marL="0" indent="0" algn="just">
              <a:buFont typeface="Wingdings" panose="05000000000000000000" pitchFamily="2" charset="2"/>
              <a:buChar char="n"/>
              <a:defRPr/>
            </a:pPr>
            <a:r>
              <a:rPr lang="pt-BR" altLang="zh-CN" sz="2000">
                <a:ea typeface="SimSun" panose="02010600030101010101" pitchFamily="2" charset="-122"/>
              </a:rPr>
              <a:t>Para representar esse tipo de estrutura utilizamos o conceito de variáveis compostas heterogêneas ou registro. </a:t>
            </a:r>
          </a:p>
          <a:p>
            <a:pPr marL="0" indent="0" algn="just">
              <a:buFont typeface="Wingdings" panose="05000000000000000000" pitchFamily="2" charset="2"/>
              <a:buChar char="n"/>
              <a:defRPr/>
            </a:pPr>
            <a:r>
              <a:rPr lang="pt-BR" altLang="zh-CN" sz="2000">
                <a:ea typeface="SimSun" panose="02010600030101010101" pitchFamily="2" charset="-122"/>
              </a:rPr>
              <a:t>Variáveis compostas heterogêneas (registros) são um conjunto de informações (campos) relacionadas, onde cada campo pode ser de um tipo de dado diferente (inteiro, real, caracter, lógico, ...). </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Número de Slide 1">
            <a:extLst>
              <a:ext uri="{FF2B5EF4-FFF2-40B4-BE49-F238E27FC236}">
                <a16:creationId xmlns:a16="http://schemas.microsoft.com/office/drawing/2014/main" id="{E8ADA056-8CBF-C395-E60E-E5CFA980D476}"/>
              </a:ext>
            </a:extLst>
          </p:cNvPr>
          <p:cNvSpPr>
            <a:spLocks noGrp="1"/>
          </p:cNvSpPr>
          <p:nvPr>
            <p:ph type="sldNum" sz="quarter" idx="12"/>
          </p:nvPr>
        </p:nvSpPr>
        <p:spPr/>
        <p:txBody>
          <a:bodyPr/>
          <a:lstStyle/>
          <a:p>
            <a:pPr>
              <a:defRPr/>
            </a:pPr>
            <a:fld id="{2F98BC57-3297-42EA-AB92-499CE47DC9B0}" type="slidenum">
              <a:rPr lang="pt-BR" altLang="pt-BR" smtClean="0"/>
              <a:pPr>
                <a:defRPr/>
              </a:pPr>
              <a:t>42</a:t>
            </a:fld>
            <a:endParaRPr lang="pt-BR" altLang="pt-BR"/>
          </a:p>
        </p:txBody>
      </p:sp>
      <p:sp>
        <p:nvSpPr>
          <p:cNvPr id="83971" name="CaixaDeTexto 3">
            <a:extLst>
              <a:ext uri="{FF2B5EF4-FFF2-40B4-BE49-F238E27FC236}">
                <a16:creationId xmlns:a16="http://schemas.microsoft.com/office/drawing/2014/main" id="{0D35A201-9EE3-64D6-6B36-D4D32CC99E3E}"/>
              </a:ext>
            </a:extLst>
          </p:cNvPr>
          <p:cNvSpPr txBox="1">
            <a:spLocks noChangeArrowheads="1"/>
          </p:cNvSpPr>
          <p:nvPr/>
        </p:nvSpPr>
        <p:spPr bwMode="auto">
          <a:xfrm>
            <a:off x="3648075" y="609600"/>
            <a:ext cx="5227638" cy="62484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pt-BR" altLang="pt-BR" sz="1600"/>
              <a:t>#include &lt;stdio.h&gt;</a:t>
            </a:r>
          </a:p>
          <a:p>
            <a:r>
              <a:rPr lang="pt-BR" altLang="pt-BR" sz="1600"/>
              <a:t>struct Aluno</a:t>
            </a:r>
          </a:p>
          <a:p>
            <a:r>
              <a:rPr lang="pt-BR" altLang="pt-BR" sz="1600"/>
              <a:t>{</a:t>
            </a:r>
          </a:p>
          <a:p>
            <a:r>
              <a:rPr lang="pt-BR" altLang="pt-BR" sz="1600"/>
              <a:t>    int RA;</a:t>
            </a:r>
          </a:p>
          <a:p>
            <a:r>
              <a:rPr lang="pt-BR" altLang="pt-BR" sz="1600"/>
              <a:t>    char nome[50];</a:t>
            </a:r>
          </a:p>
          <a:p>
            <a:r>
              <a:rPr lang="pt-BR" altLang="pt-BR" sz="1600"/>
              <a:t>    float nota;</a:t>
            </a:r>
          </a:p>
          <a:p>
            <a:r>
              <a:rPr lang="pt-BR" altLang="pt-BR" sz="1600"/>
              <a:t>};</a:t>
            </a:r>
          </a:p>
          <a:p>
            <a:r>
              <a:rPr lang="pt-BR" altLang="pt-BR" sz="1600"/>
              <a:t>int main()</a:t>
            </a:r>
          </a:p>
          <a:p>
            <a:r>
              <a:rPr lang="pt-BR" altLang="pt-BR" sz="1600"/>
              <a:t>{</a:t>
            </a:r>
          </a:p>
          <a:p>
            <a:r>
              <a:rPr lang="pt-BR" altLang="pt-BR" sz="1600"/>
              <a:t>struct Aluno Paulo;</a:t>
            </a:r>
          </a:p>
          <a:p>
            <a:r>
              <a:rPr lang="pt-BR" altLang="pt-BR" sz="1600"/>
              <a:t>printf("RA: \n");</a:t>
            </a:r>
          </a:p>
          <a:p>
            <a:r>
              <a:rPr lang="pt-BR" altLang="pt-BR" sz="1600"/>
              <a:t> scanf("%d", &amp;Paulo.RA);</a:t>
            </a:r>
          </a:p>
          <a:p>
            <a:r>
              <a:rPr lang="pt-BR" altLang="pt-BR" sz="1600"/>
              <a:t> printf("Nota: \n");</a:t>
            </a:r>
          </a:p>
          <a:p>
            <a:r>
              <a:rPr lang="pt-BR" altLang="pt-BR" sz="1600"/>
              <a:t> scanf("%f", &amp;Paulo.nota);</a:t>
            </a:r>
          </a:p>
          <a:p>
            <a:r>
              <a:rPr lang="pt-BR" altLang="pt-BR" sz="1600"/>
              <a:t> printf("Nome: \n");</a:t>
            </a:r>
          </a:p>
          <a:p>
            <a:r>
              <a:rPr lang="pt-BR" altLang="pt-BR" sz="1600"/>
              <a:t> //scanf("%s", Paulo.nome);</a:t>
            </a:r>
          </a:p>
          <a:p>
            <a:r>
              <a:rPr lang="pt-BR" altLang="pt-BR" sz="1600"/>
              <a:t> fflush(stdin);</a:t>
            </a:r>
          </a:p>
          <a:p>
            <a:r>
              <a:rPr lang="pt-BR" altLang="pt-BR" sz="1600"/>
              <a:t>gets(Paulo.nome);</a:t>
            </a:r>
          </a:p>
          <a:p>
            <a:r>
              <a:rPr lang="pt-BR" altLang="pt-BR" sz="1600"/>
              <a:t>printf("Exibicao dos dados do aluno: \n");</a:t>
            </a:r>
          </a:p>
          <a:p>
            <a:r>
              <a:rPr lang="pt-BR" altLang="pt-BR" sz="1600"/>
              <a:t> printf("RA: %d \n", Paulo.RA);</a:t>
            </a:r>
          </a:p>
          <a:p>
            <a:r>
              <a:rPr lang="pt-BR" altLang="pt-BR" sz="1600"/>
              <a:t> printf("Nota: %.2f \n", Paulo.nota);</a:t>
            </a:r>
          </a:p>
          <a:p>
            <a:r>
              <a:rPr lang="pt-BR" altLang="pt-BR" sz="1600"/>
              <a:t> printf("Nome: %s \n", Paulo.nome);</a:t>
            </a:r>
          </a:p>
          <a:p>
            <a:r>
              <a:rPr lang="pt-BR" altLang="pt-BR" sz="1600"/>
              <a:t> puts(Paulo.nome);</a:t>
            </a:r>
          </a:p>
          <a:p>
            <a:r>
              <a:rPr lang="pt-BR" altLang="pt-BR" sz="1600"/>
              <a:t>system("pause");</a:t>
            </a:r>
          </a:p>
          <a:p>
            <a:r>
              <a:rPr lang="pt-BR" altLang="pt-BR" sz="1600"/>
              <a:t>}</a:t>
            </a:r>
          </a:p>
        </p:txBody>
      </p:sp>
      <p:sp>
        <p:nvSpPr>
          <p:cNvPr id="5" name="CaixaDeTexto 4">
            <a:extLst>
              <a:ext uri="{FF2B5EF4-FFF2-40B4-BE49-F238E27FC236}">
                <a16:creationId xmlns:a16="http://schemas.microsoft.com/office/drawing/2014/main" id="{794C3DD2-CAD5-7452-D120-369FAF8FC5A7}"/>
              </a:ext>
            </a:extLst>
          </p:cNvPr>
          <p:cNvSpPr txBox="1">
            <a:spLocks noChangeArrowheads="1"/>
          </p:cNvSpPr>
          <p:nvPr/>
        </p:nvSpPr>
        <p:spPr bwMode="auto">
          <a:xfrm>
            <a:off x="3648075" y="635000"/>
            <a:ext cx="5227638" cy="62484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pt-BR" altLang="pt-BR" sz="1600"/>
              <a:t>#include &lt;stdio.h&gt;</a:t>
            </a:r>
          </a:p>
          <a:p>
            <a:r>
              <a:rPr lang="pt-BR" altLang="pt-BR" sz="1600" b="1">
                <a:solidFill>
                  <a:srgbClr val="FFFF00"/>
                </a:solidFill>
              </a:rPr>
              <a:t>struct Aluno</a:t>
            </a:r>
          </a:p>
          <a:p>
            <a:r>
              <a:rPr lang="pt-BR" altLang="pt-BR" sz="1600" b="1">
                <a:solidFill>
                  <a:srgbClr val="FFFF00"/>
                </a:solidFill>
              </a:rPr>
              <a:t>{</a:t>
            </a:r>
          </a:p>
          <a:p>
            <a:r>
              <a:rPr lang="pt-BR" altLang="pt-BR" sz="1600" b="1">
                <a:solidFill>
                  <a:srgbClr val="FFFF00"/>
                </a:solidFill>
              </a:rPr>
              <a:t>    int RA;</a:t>
            </a:r>
          </a:p>
          <a:p>
            <a:r>
              <a:rPr lang="pt-BR" altLang="pt-BR" sz="1600" b="1">
                <a:solidFill>
                  <a:srgbClr val="FFFF00"/>
                </a:solidFill>
              </a:rPr>
              <a:t>    char nome[50];</a:t>
            </a:r>
          </a:p>
          <a:p>
            <a:r>
              <a:rPr lang="pt-BR" altLang="pt-BR" sz="1600" b="1">
                <a:solidFill>
                  <a:srgbClr val="FFFF00"/>
                </a:solidFill>
              </a:rPr>
              <a:t>    float nota;</a:t>
            </a:r>
          </a:p>
          <a:p>
            <a:r>
              <a:rPr lang="pt-BR" altLang="pt-BR" sz="1600" b="1">
                <a:solidFill>
                  <a:srgbClr val="FFFF00"/>
                </a:solidFill>
              </a:rPr>
              <a:t>};</a:t>
            </a:r>
          </a:p>
          <a:p>
            <a:r>
              <a:rPr lang="pt-BR" altLang="pt-BR" sz="1600"/>
              <a:t>int main()</a:t>
            </a:r>
          </a:p>
          <a:p>
            <a:r>
              <a:rPr lang="pt-BR" altLang="pt-BR" sz="1600"/>
              <a:t>{</a:t>
            </a:r>
          </a:p>
          <a:p>
            <a:r>
              <a:rPr lang="pt-BR" altLang="pt-BR" sz="1600" b="1">
                <a:solidFill>
                  <a:srgbClr val="FFFF00"/>
                </a:solidFill>
              </a:rPr>
              <a:t>struct Aluno Paulo;</a:t>
            </a:r>
          </a:p>
          <a:p>
            <a:r>
              <a:rPr lang="pt-BR" altLang="pt-BR" sz="1600"/>
              <a:t>printf("RA: \n");</a:t>
            </a:r>
          </a:p>
          <a:p>
            <a:r>
              <a:rPr lang="pt-BR" altLang="pt-BR" sz="1600"/>
              <a:t> scanf("%d", &amp;</a:t>
            </a:r>
            <a:r>
              <a:rPr lang="pt-BR" altLang="pt-BR" sz="1600" b="1">
                <a:solidFill>
                  <a:srgbClr val="FFFF00"/>
                </a:solidFill>
              </a:rPr>
              <a:t>Paulo.RA</a:t>
            </a:r>
            <a:r>
              <a:rPr lang="pt-BR" altLang="pt-BR" sz="1600"/>
              <a:t>);</a:t>
            </a:r>
          </a:p>
          <a:p>
            <a:r>
              <a:rPr lang="pt-BR" altLang="pt-BR" sz="1600"/>
              <a:t> printf("Nota: \n");</a:t>
            </a:r>
          </a:p>
          <a:p>
            <a:r>
              <a:rPr lang="pt-BR" altLang="pt-BR" sz="1600"/>
              <a:t> scanf("%f", &amp;</a:t>
            </a:r>
            <a:r>
              <a:rPr lang="pt-BR" altLang="pt-BR" sz="1600" b="1">
                <a:solidFill>
                  <a:srgbClr val="FFFF00"/>
                </a:solidFill>
              </a:rPr>
              <a:t>Paulo.nota</a:t>
            </a:r>
            <a:r>
              <a:rPr lang="pt-BR" altLang="pt-BR" sz="1600"/>
              <a:t>);</a:t>
            </a:r>
          </a:p>
          <a:p>
            <a:r>
              <a:rPr lang="pt-BR" altLang="pt-BR" sz="1600"/>
              <a:t> printf("Nome: \n");</a:t>
            </a:r>
          </a:p>
          <a:p>
            <a:r>
              <a:rPr lang="pt-BR" altLang="pt-BR" sz="1600"/>
              <a:t> //scanf("%s", </a:t>
            </a:r>
            <a:r>
              <a:rPr lang="pt-BR" altLang="pt-BR" sz="1600" b="1">
                <a:solidFill>
                  <a:srgbClr val="FFFF00"/>
                </a:solidFill>
              </a:rPr>
              <a:t>Paulo.nome</a:t>
            </a:r>
            <a:r>
              <a:rPr lang="pt-BR" altLang="pt-BR" sz="1600"/>
              <a:t>);</a:t>
            </a:r>
          </a:p>
          <a:p>
            <a:r>
              <a:rPr lang="pt-BR" altLang="pt-BR" sz="1600"/>
              <a:t> fflush(stdin);</a:t>
            </a:r>
          </a:p>
          <a:p>
            <a:r>
              <a:rPr lang="pt-BR" altLang="pt-BR" sz="1600"/>
              <a:t>gets(Paulo.nome);</a:t>
            </a:r>
          </a:p>
          <a:p>
            <a:r>
              <a:rPr lang="pt-BR" altLang="pt-BR" sz="1600"/>
              <a:t>printf("Exibicao dos dados do aluno: \n");</a:t>
            </a:r>
          </a:p>
          <a:p>
            <a:r>
              <a:rPr lang="pt-BR" altLang="pt-BR" sz="1600"/>
              <a:t> printf("RA: %d \n", </a:t>
            </a:r>
            <a:r>
              <a:rPr lang="pt-BR" altLang="pt-BR" sz="1600" b="1">
                <a:solidFill>
                  <a:srgbClr val="FFFF00"/>
                </a:solidFill>
              </a:rPr>
              <a:t>Paulo.RA</a:t>
            </a:r>
            <a:r>
              <a:rPr lang="pt-BR" altLang="pt-BR" sz="1600"/>
              <a:t>);</a:t>
            </a:r>
          </a:p>
          <a:p>
            <a:r>
              <a:rPr lang="pt-BR" altLang="pt-BR" sz="1600"/>
              <a:t> printf("Nota: %.2f \n", </a:t>
            </a:r>
            <a:r>
              <a:rPr lang="pt-BR" altLang="pt-BR" sz="1600" b="1">
                <a:solidFill>
                  <a:srgbClr val="FFFF00"/>
                </a:solidFill>
              </a:rPr>
              <a:t>Paulo.nota</a:t>
            </a:r>
            <a:r>
              <a:rPr lang="pt-BR" altLang="pt-BR" sz="1600"/>
              <a:t>);</a:t>
            </a:r>
          </a:p>
          <a:p>
            <a:r>
              <a:rPr lang="pt-BR" altLang="pt-BR" sz="1600"/>
              <a:t> printf("Nome: %s \n", </a:t>
            </a:r>
            <a:r>
              <a:rPr lang="pt-BR" altLang="pt-BR" sz="1600" b="1">
                <a:solidFill>
                  <a:srgbClr val="FFFF00"/>
                </a:solidFill>
              </a:rPr>
              <a:t>Paulo.nome</a:t>
            </a:r>
            <a:r>
              <a:rPr lang="pt-BR" altLang="pt-BR" sz="1600"/>
              <a:t>);</a:t>
            </a:r>
          </a:p>
          <a:p>
            <a:r>
              <a:rPr lang="pt-BR" altLang="pt-BR" sz="1600"/>
              <a:t> puts(Paulo.nome);</a:t>
            </a:r>
          </a:p>
          <a:p>
            <a:r>
              <a:rPr lang="pt-BR" altLang="pt-BR" sz="1600"/>
              <a:t>system("pause");</a:t>
            </a:r>
          </a:p>
          <a:p>
            <a:r>
              <a:rPr lang="pt-BR" altLang="pt-BR" sz="160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Espaço Reservado para Número de Slide 6">
            <a:extLst>
              <a:ext uri="{FF2B5EF4-FFF2-40B4-BE49-F238E27FC236}">
                <a16:creationId xmlns:a16="http://schemas.microsoft.com/office/drawing/2014/main" id="{C0CE4B0A-D941-351E-FC85-8A21524367CE}"/>
              </a:ext>
            </a:extLst>
          </p:cNvPr>
          <p:cNvSpPr>
            <a:spLocks noGrp="1"/>
          </p:cNvSpPr>
          <p:nvPr>
            <p:ph type="sldNum" sz="quarter" idx="12"/>
          </p:nvPr>
        </p:nvSpPr>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defRPr/>
            </a:pPr>
            <a:fld id="{B4074FF8-4022-4E9B-8406-E7642253E80F}" type="slidenum">
              <a:rPr lang="pt-BR" altLang="pt-BR" smtClean="0">
                <a:solidFill>
                  <a:srgbClr val="000000"/>
                </a:solidFill>
                <a:latin typeface="Arial" panose="020B0604020202020204" pitchFamily="34" charset="0"/>
              </a:rPr>
              <a:pPr>
                <a:defRPr/>
              </a:pPr>
              <a:t>43</a:t>
            </a:fld>
            <a:endParaRPr lang="pt-BR" altLang="pt-BR">
              <a:solidFill>
                <a:srgbClr val="000000"/>
              </a:solidFill>
              <a:latin typeface="Arial" panose="020B0604020202020204" pitchFamily="34" charset="0"/>
            </a:endParaRPr>
          </a:p>
        </p:txBody>
      </p:sp>
      <p:sp>
        <p:nvSpPr>
          <p:cNvPr id="84995" name="Rectangle 2">
            <a:extLst>
              <a:ext uri="{FF2B5EF4-FFF2-40B4-BE49-F238E27FC236}">
                <a16:creationId xmlns:a16="http://schemas.microsoft.com/office/drawing/2014/main" id="{155075FC-A8E3-AB9A-3F45-1C56976A7FAF}"/>
              </a:ext>
            </a:extLst>
          </p:cNvPr>
          <p:cNvSpPr>
            <a:spLocks noGrp="1" noChangeArrowheads="1"/>
          </p:cNvSpPr>
          <p:nvPr>
            <p:ph type="title"/>
          </p:nvPr>
        </p:nvSpPr>
        <p:spPr/>
        <p:txBody>
          <a:bodyPr/>
          <a:lstStyle/>
          <a:p>
            <a:r>
              <a:rPr lang="pt-BR" altLang="pt-BR" dirty="0">
                <a:effectLst/>
              </a:rPr>
              <a:t>6.4 - Estruturas (variáveis heterogêneas)</a:t>
            </a:r>
            <a:br>
              <a:rPr lang="pt-BR" altLang="pt-BR" dirty="0">
                <a:effectLst/>
              </a:rPr>
            </a:br>
            <a:r>
              <a:rPr lang="pt-BR" altLang="pt-BR" dirty="0">
                <a:effectLst/>
              </a:rPr>
              <a:t>Declaração da Estrutura</a:t>
            </a:r>
          </a:p>
        </p:txBody>
      </p:sp>
      <p:sp>
        <p:nvSpPr>
          <p:cNvPr id="84996" name="Rectangle 3">
            <a:extLst>
              <a:ext uri="{FF2B5EF4-FFF2-40B4-BE49-F238E27FC236}">
                <a16:creationId xmlns:a16="http://schemas.microsoft.com/office/drawing/2014/main" id="{54A8182A-6353-D3B3-2B14-B1B39FA49DB6}"/>
              </a:ext>
            </a:extLst>
          </p:cNvPr>
          <p:cNvSpPr>
            <a:spLocks noGrp="1" noChangeArrowheads="1"/>
          </p:cNvSpPr>
          <p:nvPr>
            <p:ph type="body" sz="half" idx="1"/>
          </p:nvPr>
        </p:nvSpPr>
        <p:spPr>
          <a:xfrm>
            <a:off x="1981200" y="1557338"/>
            <a:ext cx="8147050" cy="4608512"/>
          </a:xfrm>
        </p:spPr>
        <p:txBody>
          <a:bodyPr/>
          <a:lstStyle/>
          <a:p>
            <a:pPr marL="0" indent="266700" algn="l">
              <a:buFont typeface="Wingdings" panose="05000000000000000000" pitchFamily="2" charset="2"/>
              <a:buChar char="n"/>
            </a:pPr>
            <a:r>
              <a:rPr lang="pt-BR" altLang="zh-CN" sz="2000">
                <a:effectLst/>
                <a:ea typeface="SimSun" panose="02010600030101010101" pitchFamily="2" charset="-122"/>
              </a:rPr>
              <a:t>As estruturas são definidas com a palavra reservada </a:t>
            </a:r>
            <a:r>
              <a:rPr lang="pt-BR" altLang="zh-CN" sz="2000" b="1">
                <a:effectLst/>
                <a:ea typeface="SimSun" panose="02010600030101010101" pitchFamily="2" charset="-122"/>
              </a:rPr>
              <a:t>struct</a:t>
            </a:r>
            <a:r>
              <a:rPr lang="pt-BR" altLang="zh-CN" sz="2000">
                <a:effectLst/>
                <a:ea typeface="SimSun" panose="02010600030101010101" pitchFamily="2" charset="-122"/>
              </a:rPr>
              <a:t>, normalmente no início do programa (antes da função main) ou em um arquivo separado (.h) incluído no programa que necessitar.</a:t>
            </a:r>
          </a:p>
          <a:p>
            <a:pPr marL="0" indent="266700" algn="l">
              <a:buFont typeface="Wingdings" panose="05000000000000000000" pitchFamily="2" charset="2"/>
              <a:buChar char="n"/>
            </a:pPr>
            <a:r>
              <a:rPr lang="pt-BR" altLang="zh-CN" sz="2000">
                <a:effectLst/>
                <a:ea typeface="SimSun" panose="02010600030101010101" pitchFamily="2" charset="-122"/>
              </a:rPr>
              <a:t>A sintaxe:</a:t>
            </a:r>
          </a:p>
          <a:p>
            <a:pPr marL="0" indent="266700" algn="l"/>
            <a:r>
              <a:rPr lang="pt-BR" altLang="zh-CN" sz="2000">
                <a:effectLst/>
                <a:ea typeface="SimSun" panose="02010600030101010101" pitchFamily="2" charset="-122"/>
              </a:rPr>
              <a:t>	struct </a:t>
            </a:r>
            <a:r>
              <a:rPr lang="pt-BR" altLang="zh-CN" sz="2000" i="1">
                <a:effectLst/>
                <a:ea typeface="SimSun" panose="02010600030101010101" pitchFamily="2" charset="-122"/>
              </a:rPr>
              <a:t>etiqueta_da_estrutura </a:t>
            </a:r>
            <a:r>
              <a:rPr lang="pt-BR" altLang="zh-CN" sz="2000">
                <a:effectLst/>
                <a:ea typeface="SimSun" panose="02010600030101010101" pitchFamily="2" charset="-122"/>
              </a:rPr>
              <a:t>{</a:t>
            </a:r>
          </a:p>
          <a:p>
            <a:pPr marL="0" indent="266700" algn="l"/>
            <a:r>
              <a:rPr lang="pt-BR" altLang="zh-CN" sz="2000" i="1">
                <a:effectLst/>
                <a:ea typeface="SimSun" panose="02010600030101010101" pitchFamily="2" charset="-122"/>
              </a:rPr>
              <a:t>	tipo membro_1</a:t>
            </a:r>
            <a:r>
              <a:rPr lang="pt-BR" altLang="zh-CN" sz="2000">
                <a:effectLst/>
                <a:ea typeface="SimSun" panose="02010600030101010101" pitchFamily="2" charset="-122"/>
              </a:rPr>
              <a:t>;</a:t>
            </a:r>
          </a:p>
          <a:p>
            <a:pPr marL="0" indent="266700" algn="l"/>
            <a:r>
              <a:rPr lang="pt-BR" altLang="zh-CN" sz="2000" i="1">
                <a:effectLst/>
                <a:ea typeface="SimSun" panose="02010600030101010101" pitchFamily="2" charset="-122"/>
              </a:rPr>
              <a:t>	tipo membro_2</a:t>
            </a:r>
            <a:r>
              <a:rPr lang="pt-BR" altLang="zh-CN" sz="2000">
                <a:effectLst/>
                <a:ea typeface="SimSun" panose="02010600030101010101" pitchFamily="2" charset="-122"/>
              </a:rPr>
              <a:t>;</a:t>
            </a:r>
          </a:p>
          <a:p>
            <a:pPr marL="0" indent="266700" algn="l"/>
            <a:r>
              <a:rPr lang="pt-BR" altLang="zh-CN" sz="2000" i="1">
                <a:effectLst/>
                <a:ea typeface="SimSun" panose="02010600030101010101" pitchFamily="2" charset="-122"/>
              </a:rPr>
              <a:t>	tipo membro_n</a:t>
            </a:r>
            <a:r>
              <a:rPr lang="pt-BR" altLang="zh-CN" sz="2000">
                <a:effectLst/>
                <a:ea typeface="SimSun" panose="02010600030101010101" pitchFamily="2" charset="-122"/>
              </a:rPr>
              <a:t>;</a:t>
            </a:r>
          </a:p>
          <a:p>
            <a:pPr marL="0" indent="266700" algn="l"/>
            <a:r>
              <a:rPr lang="pt-BR" altLang="zh-CN" sz="2000">
                <a:effectLst/>
                <a:ea typeface="SimSun" panose="02010600030101010101" pitchFamily="2" charset="-122"/>
              </a:rPr>
              <a:t>	};</a:t>
            </a:r>
          </a:p>
        </p:txBody>
      </p:sp>
      <p:sp>
        <p:nvSpPr>
          <p:cNvPr id="84997" name="Text Box 4">
            <a:extLst>
              <a:ext uri="{FF2B5EF4-FFF2-40B4-BE49-F238E27FC236}">
                <a16:creationId xmlns:a16="http://schemas.microsoft.com/office/drawing/2014/main" id="{AA1EE21C-0F8F-1408-6DF5-DEEE52DC7C88}"/>
              </a:ext>
            </a:extLst>
          </p:cNvPr>
          <p:cNvSpPr txBox="1">
            <a:spLocks noChangeArrowheads="1"/>
          </p:cNvSpPr>
          <p:nvPr/>
        </p:nvSpPr>
        <p:spPr bwMode="auto">
          <a:xfrm>
            <a:off x="1524001" y="6543676"/>
            <a:ext cx="2093913" cy="314325"/>
          </a:xfrm>
          <a:prstGeom prst="rect">
            <a:avLst/>
          </a:prstGeom>
          <a:solidFill>
            <a:schemeClr val="folHlink"/>
          </a:solidFill>
          <a:ln w="9525" algn="ctr">
            <a:solidFill>
              <a:srgbClr val="A5002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spcBef>
                <a:spcPct val="20000"/>
              </a:spcBef>
              <a:spcAft>
                <a:spcPct val="50000"/>
              </a:spcAft>
              <a:buClr>
                <a:schemeClr val="hlink"/>
              </a:buClr>
              <a:buSzPct val="65000"/>
              <a:buFont typeface="Wingdings" panose="05000000000000000000" pitchFamily="2" charset="2"/>
              <a:defRPr>
                <a:solidFill>
                  <a:srgbClr val="000000"/>
                </a:solidFill>
                <a:latin typeface="Tahoma" panose="020B0604030504040204" pitchFamily="34" charset="0"/>
              </a:defRPr>
            </a:lvl1pPr>
            <a:lvl2pPr marL="742950" indent="-285750">
              <a:spcBef>
                <a:spcPct val="20000"/>
              </a:spcBef>
              <a:spcAft>
                <a:spcPct val="50000"/>
              </a:spcAft>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9pPr>
          </a:lstStyle>
          <a:p>
            <a:pPr algn="l">
              <a:spcBef>
                <a:spcPct val="0"/>
              </a:spcBef>
              <a:spcAft>
                <a:spcPct val="0"/>
              </a:spcAft>
              <a:buClrTx/>
              <a:buSzTx/>
              <a:buFontTx/>
              <a:buNone/>
            </a:pPr>
            <a:r>
              <a:rPr lang="pt-BR" altLang="pt-BR" sz="1400" b="1"/>
              <a:t>Estrutura veiculo.cpp</a:t>
            </a:r>
          </a:p>
        </p:txBody>
      </p:sp>
      <p:sp>
        <p:nvSpPr>
          <p:cNvPr id="84998" name="Rectangle 5">
            <a:extLst>
              <a:ext uri="{FF2B5EF4-FFF2-40B4-BE49-F238E27FC236}">
                <a16:creationId xmlns:a16="http://schemas.microsoft.com/office/drawing/2014/main" id="{32E20CD6-FB1F-3A22-C7E2-507000C84350}"/>
              </a:ext>
            </a:extLst>
          </p:cNvPr>
          <p:cNvSpPr>
            <a:spLocks noChangeArrowheads="1"/>
          </p:cNvSpPr>
          <p:nvPr/>
        </p:nvSpPr>
        <p:spPr bwMode="auto">
          <a:xfrm>
            <a:off x="7175501" y="3213100"/>
            <a:ext cx="2449513" cy="2492990"/>
          </a:xfrm>
          <a:prstGeom prst="rect">
            <a:avLst/>
          </a:prstGeom>
          <a:solidFill>
            <a:schemeClr val="folHlink"/>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20000"/>
              </a:spcBef>
              <a:spcAft>
                <a:spcPct val="50000"/>
              </a:spcAft>
              <a:buClr>
                <a:schemeClr val="hlink"/>
              </a:buClr>
              <a:buSzPct val="65000"/>
              <a:buFont typeface="Wingdings" panose="05000000000000000000" pitchFamily="2" charset="2"/>
              <a:defRPr>
                <a:solidFill>
                  <a:srgbClr val="000000"/>
                </a:solidFill>
                <a:latin typeface="Tahoma" panose="020B0604030504040204" pitchFamily="34" charset="0"/>
              </a:defRPr>
            </a:lvl1pPr>
            <a:lvl2pPr marL="742950" indent="-285750">
              <a:spcBef>
                <a:spcPct val="20000"/>
              </a:spcBef>
              <a:spcAft>
                <a:spcPct val="50000"/>
              </a:spcAft>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9pPr>
          </a:lstStyle>
          <a:p>
            <a:pPr algn="l">
              <a:buClrTx/>
              <a:buSzTx/>
              <a:buFontTx/>
              <a:buNone/>
            </a:pPr>
            <a:r>
              <a:rPr lang="pt-BR" altLang="pt-BR" sz="2000" i="1">
                <a:ea typeface="SimSun" panose="02010600030101010101" pitchFamily="2" charset="-122"/>
              </a:rPr>
              <a:t>struct data{</a:t>
            </a:r>
          </a:p>
          <a:p>
            <a:pPr algn="l">
              <a:buClrTx/>
              <a:buSzTx/>
              <a:buFontTx/>
              <a:buNone/>
            </a:pPr>
            <a:r>
              <a:rPr lang="pt-BR" altLang="pt-BR" sz="2000" i="1">
                <a:ea typeface="SimSun" panose="02010600030101010101" pitchFamily="2" charset="-122"/>
              </a:rPr>
              <a:t>int dia;</a:t>
            </a:r>
          </a:p>
          <a:p>
            <a:pPr algn="l">
              <a:buClrTx/>
              <a:buSzTx/>
              <a:buFontTx/>
              <a:buNone/>
            </a:pPr>
            <a:r>
              <a:rPr lang="pt-BR" altLang="pt-BR" sz="2000" i="1">
                <a:ea typeface="SimSun" panose="02010600030101010101" pitchFamily="2" charset="-122"/>
              </a:rPr>
              <a:t>int mes;</a:t>
            </a:r>
          </a:p>
          <a:p>
            <a:pPr algn="l">
              <a:buClrTx/>
              <a:buSzTx/>
              <a:buFontTx/>
              <a:buNone/>
            </a:pPr>
            <a:r>
              <a:rPr lang="pt-BR" altLang="pt-BR" sz="2000" i="1">
                <a:ea typeface="SimSun" panose="02010600030101010101" pitchFamily="2" charset="-122"/>
              </a:rPr>
              <a:t>int ano;</a:t>
            </a:r>
          </a:p>
          <a:p>
            <a:pPr algn="l">
              <a:buClrTx/>
              <a:buSzTx/>
              <a:buFontTx/>
              <a:buNone/>
            </a:pPr>
            <a:r>
              <a:rPr lang="pt-BR" altLang="pt-BR" sz="2000" i="1">
                <a:ea typeface="SimSun" panose="02010600030101010101" pitchFamily="2" charset="-122"/>
              </a:rPr>
              <a:t>};</a:t>
            </a:r>
          </a:p>
        </p:txBody>
      </p:sp>
      <p:sp>
        <p:nvSpPr>
          <p:cNvPr id="84999" name="Line 6">
            <a:extLst>
              <a:ext uri="{FF2B5EF4-FFF2-40B4-BE49-F238E27FC236}">
                <a16:creationId xmlns:a16="http://schemas.microsoft.com/office/drawing/2014/main" id="{05E8119E-11D7-818A-9853-9B387CE77C7F}"/>
              </a:ext>
            </a:extLst>
          </p:cNvPr>
          <p:cNvSpPr>
            <a:spLocks noChangeShapeType="1"/>
          </p:cNvSpPr>
          <p:nvPr/>
        </p:nvSpPr>
        <p:spPr bwMode="auto">
          <a:xfrm>
            <a:off x="6527801" y="3429000"/>
            <a:ext cx="720725"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pt-BR"/>
          </a:p>
        </p:txBody>
      </p:sp>
      <p:sp>
        <p:nvSpPr>
          <p:cNvPr id="85000" name="Line 7">
            <a:extLst>
              <a:ext uri="{FF2B5EF4-FFF2-40B4-BE49-F238E27FC236}">
                <a16:creationId xmlns:a16="http://schemas.microsoft.com/office/drawing/2014/main" id="{3442AFA6-4EB8-D44E-AE25-10E4B26BCFE1}"/>
              </a:ext>
            </a:extLst>
          </p:cNvPr>
          <p:cNvSpPr>
            <a:spLocks noChangeShapeType="1"/>
          </p:cNvSpPr>
          <p:nvPr/>
        </p:nvSpPr>
        <p:spPr bwMode="auto">
          <a:xfrm>
            <a:off x="4889500" y="3946525"/>
            <a:ext cx="2336800"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pt-BR"/>
          </a:p>
        </p:txBody>
      </p:sp>
      <p:sp>
        <p:nvSpPr>
          <p:cNvPr id="85001" name="Line 8">
            <a:extLst>
              <a:ext uri="{FF2B5EF4-FFF2-40B4-BE49-F238E27FC236}">
                <a16:creationId xmlns:a16="http://schemas.microsoft.com/office/drawing/2014/main" id="{07C679F4-2E89-082A-6C85-EEB1129D82C1}"/>
              </a:ext>
            </a:extLst>
          </p:cNvPr>
          <p:cNvSpPr>
            <a:spLocks noChangeShapeType="1"/>
          </p:cNvSpPr>
          <p:nvPr/>
        </p:nvSpPr>
        <p:spPr bwMode="auto">
          <a:xfrm>
            <a:off x="4902200" y="4475163"/>
            <a:ext cx="2336800"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pt-BR"/>
          </a:p>
        </p:txBody>
      </p:sp>
      <p:sp>
        <p:nvSpPr>
          <p:cNvPr id="85002" name="Line 9">
            <a:extLst>
              <a:ext uri="{FF2B5EF4-FFF2-40B4-BE49-F238E27FC236}">
                <a16:creationId xmlns:a16="http://schemas.microsoft.com/office/drawing/2014/main" id="{D289B3B6-3814-D009-B88D-2F9F60944FD7}"/>
              </a:ext>
            </a:extLst>
          </p:cNvPr>
          <p:cNvSpPr>
            <a:spLocks noChangeShapeType="1"/>
          </p:cNvSpPr>
          <p:nvPr/>
        </p:nvSpPr>
        <p:spPr bwMode="auto">
          <a:xfrm>
            <a:off x="4902200" y="5013325"/>
            <a:ext cx="2336800"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pt-B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ço Reservado para Número de Slide 5">
            <a:extLst>
              <a:ext uri="{FF2B5EF4-FFF2-40B4-BE49-F238E27FC236}">
                <a16:creationId xmlns:a16="http://schemas.microsoft.com/office/drawing/2014/main" id="{F123F18C-FE55-5715-CA2A-D85B2E4FF0FA}"/>
              </a:ext>
            </a:extLst>
          </p:cNvPr>
          <p:cNvSpPr>
            <a:spLocks noGrp="1"/>
          </p:cNvSpPr>
          <p:nvPr>
            <p:ph type="sldNum" sz="quarter" idx="12"/>
          </p:nvPr>
        </p:nvSpPr>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defRPr/>
            </a:pPr>
            <a:fld id="{5BFF6089-DAC3-4A8C-B583-8123257285AF}" type="slidenum">
              <a:rPr lang="pt-BR" altLang="pt-BR" smtClean="0">
                <a:solidFill>
                  <a:srgbClr val="000000"/>
                </a:solidFill>
                <a:latin typeface="Arial" panose="020B0604020202020204" pitchFamily="34" charset="0"/>
              </a:rPr>
              <a:pPr>
                <a:defRPr/>
              </a:pPr>
              <a:t>44</a:t>
            </a:fld>
            <a:endParaRPr lang="pt-BR" altLang="pt-BR">
              <a:solidFill>
                <a:srgbClr val="000000"/>
              </a:solidFill>
              <a:latin typeface="Arial" panose="020B0604020202020204" pitchFamily="34" charset="0"/>
            </a:endParaRPr>
          </a:p>
        </p:txBody>
      </p:sp>
      <p:sp>
        <p:nvSpPr>
          <p:cNvPr id="87043" name="Rectangle 2">
            <a:extLst>
              <a:ext uri="{FF2B5EF4-FFF2-40B4-BE49-F238E27FC236}">
                <a16:creationId xmlns:a16="http://schemas.microsoft.com/office/drawing/2014/main" id="{81DFCFA0-1842-CD74-8F24-1621A3AFB395}"/>
              </a:ext>
            </a:extLst>
          </p:cNvPr>
          <p:cNvSpPr>
            <a:spLocks noGrp="1" noChangeArrowheads="1"/>
          </p:cNvSpPr>
          <p:nvPr>
            <p:ph type="title"/>
          </p:nvPr>
        </p:nvSpPr>
        <p:spPr/>
        <p:txBody>
          <a:bodyPr/>
          <a:lstStyle/>
          <a:p>
            <a:r>
              <a:rPr lang="pt-BR" altLang="pt-BR" dirty="0">
                <a:effectLst/>
              </a:rPr>
              <a:t>6.4 - Estruturas (variáveis heterogêneas)</a:t>
            </a:r>
          </a:p>
        </p:txBody>
      </p:sp>
      <p:sp>
        <p:nvSpPr>
          <p:cNvPr id="87044" name="Rectangle 3">
            <a:extLst>
              <a:ext uri="{FF2B5EF4-FFF2-40B4-BE49-F238E27FC236}">
                <a16:creationId xmlns:a16="http://schemas.microsoft.com/office/drawing/2014/main" id="{ACC94873-3759-3969-D214-4601FF706C50}"/>
              </a:ext>
            </a:extLst>
          </p:cNvPr>
          <p:cNvSpPr>
            <a:spLocks noGrp="1" noChangeArrowheads="1"/>
          </p:cNvSpPr>
          <p:nvPr>
            <p:ph type="body" idx="1"/>
          </p:nvPr>
        </p:nvSpPr>
        <p:spPr/>
        <p:txBody>
          <a:bodyPr/>
          <a:lstStyle/>
          <a:p>
            <a:pPr algn="l">
              <a:buFont typeface="Wingdings" panose="05000000000000000000" pitchFamily="2" charset="2"/>
              <a:buChar char="n"/>
            </a:pPr>
            <a:r>
              <a:rPr lang="pt-BR" altLang="zh-CN" sz="2000">
                <a:effectLst/>
                <a:ea typeface="SimSun" panose="02010600030101010101" pitchFamily="2" charset="-122"/>
              </a:rPr>
              <a:t> Para acessar um membro da estrutura deve-se usar o operador </a:t>
            </a:r>
            <a:r>
              <a:rPr lang="pt-BR" altLang="zh-CN" sz="2000" b="1">
                <a:effectLst/>
                <a:ea typeface="SimSun" panose="02010600030101010101" pitchFamily="2" charset="-122"/>
              </a:rPr>
              <a:t>.</a:t>
            </a:r>
            <a:r>
              <a:rPr lang="pt-BR" altLang="zh-CN" sz="2000">
                <a:effectLst/>
                <a:ea typeface="SimSun" panose="02010600030101010101" pitchFamily="2" charset="-122"/>
              </a:rPr>
              <a:t>(ponto), unindo o nome da variável de estrutura com o nome do campo (ou membro).</a:t>
            </a:r>
          </a:p>
          <a:p>
            <a:pPr algn="l">
              <a:buFont typeface="Wingdings" panose="05000000000000000000" pitchFamily="2" charset="2"/>
              <a:buChar char="n"/>
            </a:pPr>
            <a:endParaRPr lang="pt-BR" altLang="zh-CN" sz="2000">
              <a:effectLst/>
              <a:ea typeface="SimSun" panose="02010600030101010101" pitchFamily="2" charset="-122"/>
            </a:endParaRPr>
          </a:p>
          <a:p>
            <a:pPr algn="l">
              <a:buFont typeface="Wingdings" panose="05000000000000000000" pitchFamily="2" charset="2"/>
              <a:buChar char="n"/>
            </a:pPr>
            <a:r>
              <a:rPr lang="pt-BR" altLang="zh-CN" sz="2000">
                <a:effectLst/>
                <a:ea typeface="SimSun" panose="02010600030101010101" pitchFamily="2" charset="-122"/>
              </a:rPr>
              <a:t>O tamanho total de uma estrutura é igual a soma do tamanho de seus itens. </a:t>
            </a:r>
          </a:p>
          <a:p>
            <a:pPr algn="l">
              <a:buFont typeface="Wingdings" panose="05000000000000000000" pitchFamily="2" charset="2"/>
              <a:buChar char="n"/>
            </a:pPr>
            <a:r>
              <a:rPr lang="pt-BR" altLang="zh-CN" sz="2000">
                <a:effectLst/>
                <a:ea typeface="SimSun" panose="02010600030101010101" pitchFamily="2" charset="-122"/>
              </a:rPr>
              <a:t>As estruturas podem ser aninhadas, isto é, estruturas podem fazer parte de outras estruturas.</a:t>
            </a:r>
          </a:p>
          <a:p>
            <a:pPr algn="l">
              <a:buFont typeface="Wingdings" panose="05000000000000000000" pitchFamily="2" charset="2"/>
              <a:buChar char="n"/>
            </a:pPr>
            <a:r>
              <a:rPr lang="pt-BR" altLang="zh-CN" sz="2000">
                <a:effectLst/>
                <a:ea typeface="SimSun" panose="02010600030101010101" pitchFamily="2" charset="-122"/>
              </a:rPr>
              <a:t>Pode-se criar vetores de estruturas e estruturas podem ser inicializadas na declaração.</a:t>
            </a:r>
          </a:p>
          <a:p>
            <a:pPr algn="l">
              <a:buFont typeface="Wingdings" panose="05000000000000000000" pitchFamily="2" charset="2"/>
              <a:buChar char="n"/>
            </a:pPr>
            <a:r>
              <a:rPr lang="pt-BR" altLang="zh-CN" sz="2000">
                <a:effectLst/>
                <a:ea typeface="SimSun" panose="02010600030101010101" pitchFamily="2" charset="-122"/>
              </a:rPr>
              <a:t>Exemplo: </a:t>
            </a:r>
            <a:r>
              <a:rPr lang="pt-BR" altLang="zh-CN" sz="2000">
                <a:solidFill>
                  <a:schemeClr val="bg2"/>
                </a:solidFill>
                <a:effectLst/>
                <a:ea typeface="SimSun" panose="02010600030101010101" pitchFamily="2" charset="-122"/>
              </a:rPr>
              <a:t>Estrutura4.c</a:t>
            </a:r>
          </a:p>
        </p:txBody>
      </p:sp>
      <p:sp>
        <p:nvSpPr>
          <p:cNvPr id="1637380" name="Rectangle 4">
            <a:extLst>
              <a:ext uri="{FF2B5EF4-FFF2-40B4-BE49-F238E27FC236}">
                <a16:creationId xmlns:a16="http://schemas.microsoft.com/office/drawing/2014/main" id="{0249E993-D223-62D6-30F6-672D88301694}"/>
              </a:ext>
            </a:extLst>
          </p:cNvPr>
          <p:cNvSpPr>
            <a:spLocks noChangeArrowheads="1"/>
          </p:cNvSpPr>
          <p:nvPr/>
        </p:nvSpPr>
        <p:spPr bwMode="auto">
          <a:xfrm>
            <a:off x="5016500" y="2349500"/>
            <a:ext cx="4572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20000"/>
              </a:spcBef>
              <a:spcAft>
                <a:spcPct val="50000"/>
              </a:spcAft>
              <a:buClr>
                <a:schemeClr val="hlink"/>
              </a:buClr>
              <a:buSzPct val="65000"/>
              <a:buFont typeface="Wingdings" panose="05000000000000000000" pitchFamily="2" charset="2"/>
              <a:defRPr>
                <a:solidFill>
                  <a:srgbClr val="000000"/>
                </a:solidFill>
                <a:latin typeface="Tahoma" panose="020B0604030504040204" pitchFamily="34" charset="0"/>
              </a:defRPr>
            </a:lvl1pPr>
            <a:lvl2pPr marL="742950" indent="-285750">
              <a:spcBef>
                <a:spcPct val="20000"/>
              </a:spcBef>
              <a:spcAft>
                <a:spcPct val="50000"/>
              </a:spcAft>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9pPr>
          </a:lstStyle>
          <a:p>
            <a:pPr algn="l">
              <a:spcBef>
                <a:spcPct val="0"/>
              </a:spcBef>
              <a:spcAft>
                <a:spcPct val="0"/>
              </a:spcAft>
              <a:buClrTx/>
              <a:buSzTx/>
              <a:buFontTx/>
              <a:buNone/>
            </a:pPr>
            <a:r>
              <a:rPr lang="pt-BR" altLang="pt-BR" b="1">
                <a:solidFill>
                  <a:schemeClr val="bg2"/>
                </a:solidFill>
              </a:rPr>
              <a:t>struct data nascimento;</a:t>
            </a:r>
          </a:p>
          <a:p>
            <a:pPr algn="l">
              <a:spcBef>
                <a:spcPct val="0"/>
              </a:spcBef>
              <a:spcAft>
                <a:spcPct val="0"/>
              </a:spcAft>
              <a:buClrTx/>
              <a:buSzTx/>
              <a:buFontTx/>
              <a:buNone/>
            </a:pPr>
            <a:r>
              <a:rPr lang="pt-BR" altLang="pt-BR" b="1">
                <a:solidFill>
                  <a:schemeClr val="bg2"/>
                </a:solidFill>
              </a:rPr>
              <a:t>nascimento.dia = 10;</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637380">
                                            <p:txEl>
                                              <p:pRg st="0" end="0"/>
                                            </p:txEl>
                                          </p:spTgt>
                                        </p:tgtEl>
                                        <p:attrNameLst>
                                          <p:attrName>style.visibility</p:attrName>
                                        </p:attrNameLst>
                                      </p:cBhvr>
                                      <p:to>
                                        <p:strVal val="visible"/>
                                      </p:to>
                                    </p:set>
                                    <p:animEffect transition="in" filter="blinds(horizontal)">
                                      <p:cBhvr>
                                        <p:cTn id="7" dur="500"/>
                                        <p:tgtEl>
                                          <p:spTgt spid="1637380">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637380">
                                            <p:txEl>
                                              <p:pRg st="1" end="1"/>
                                            </p:txEl>
                                          </p:spTgt>
                                        </p:tgtEl>
                                        <p:attrNameLst>
                                          <p:attrName>style.visibility</p:attrName>
                                        </p:attrNameLst>
                                      </p:cBhvr>
                                      <p:to>
                                        <p:strVal val="visible"/>
                                      </p:to>
                                    </p:set>
                                    <p:animEffect transition="in" filter="blinds(horizontal)">
                                      <p:cBhvr>
                                        <p:cTn id="10" dur="500"/>
                                        <p:tgtEl>
                                          <p:spTgt spid="163738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Espaço Reservado para Número de Slide 5">
            <a:extLst>
              <a:ext uri="{FF2B5EF4-FFF2-40B4-BE49-F238E27FC236}">
                <a16:creationId xmlns:a16="http://schemas.microsoft.com/office/drawing/2014/main" id="{A04E901A-33B4-1C50-3E43-30C76AA4F184}"/>
              </a:ext>
            </a:extLst>
          </p:cNvPr>
          <p:cNvSpPr>
            <a:spLocks noGrp="1"/>
          </p:cNvSpPr>
          <p:nvPr>
            <p:ph type="sldNum" sz="quarter" idx="12"/>
          </p:nvPr>
        </p:nvSpPr>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defRPr/>
            </a:pPr>
            <a:fld id="{3F0B8B8B-FA84-436F-ABA7-67331EC3FF67}" type="slidenum">
              <a:rPr lang="pt-BR" altLang="pt-BR" smtClean="0">
                <a:solidFill>
                  <a:srgbClr val="000000"/>
                </a:solidFill>
                <a:latin typeface="Arial" panose="020B0604020202020204" pitchFamily="34" charset="0"/>
              </a:rPr>
              <a:pPr>
                <a:defRPr/>
              </a:pPr>
              <a:t>45</a:t>
            </a:fld>
            <a:endParaRPr lang="pt-BR" altLang="pt-BR">
              <a:solidFill>
                <a:srgbClr val="000000"/>
              </a:solidFill>
              <a:latin typeface="Arial" panose="020B0604020202020204" pitchFamily="34" charset="0"/>
            </a:endParaRPr>
          </a:p>
        </p:txBody>
      </p:sp>
      <p:sp>
        <p:nvSpPr>
          <p:cNvPr id="89091" name="Rectangle 2">
            <a:extLst>
              <a:ext uri="{FF2B5EF4-FFF2-40B4-BE49-F238E27FC236}">
                <a16:creationId xmlns:a16="http://schemas.microsoft.com/office/drawing/2014/main" id="{A8A9F38A-91DF-5406-9D8B-4CA5D44D6E24}"/>
              </a:ext>
            </a:extLst>
          </p:cNvPr>
          <p:cNvSpPr>
            <a:spLocks noGrp="1" noChangeArrowheads="1"/>
          </p:cNvSpPr>
          <p:nvPr>
            <p:ph type="title"/>
          </p:nvPr>
        </p:nvSpPr>
        <p:spPr/>
        <p:txBody>
          <a:bodyPr/>
          <a:lstStyle/>
          <a:p>
            <a:r>
              <a:rPr lang="pt-BR" altLang="pt-BR" dirty="0">
                <a:effectLst/>
              </a:rPr>
              <a:t>6.4 - Estruturas (variáveis heterogêneas)</a:t>
            </a:r>
            <a:endParaRPr lang="es-ES" altLang="pt-BR" dirty="0">
              <a:effectLst/>
            </a:endParaRPr>
          </a:p>
        </p:txBody>
      </p:sp>
      <p:sp>
        <p:nvSpPr>
          <p:cNvPr id="1657859" name="Rectangle 3">
            <a:extLst>
              <a:ext uri="{FF2B5EF4-FFF2-40B4-BE49-F238E27FC236}">
                <a16:creationId xmlns:a16="http://schemas.microsoft.com/office/drawing/2014/main" id="{7701BF38-DBE3-690F-3093-90FBE108072D}"/>
              </a:ext>
            </a:extLst>
          </p:cNvPr>
          <p:cNvSpPr>
            <a:spLocks noGrp="1" noChangeArrowheads="1"/>
          </p:cNvSpPr>
          <p:nvPr>
            <p:ph type="body" idx="1"/>
          </p:nvPr>
        </p:nvSpPr>
        <p:spPr/>
        <p:txBody>
          <a:bodyPr/>
          <a:lstStyle/>
          <a:p>
            <a:pPr>
              <a:defRPr/>
            </a:pPr>
            <a:endParaRPr lang="es-ES" altLang="pt-BR"/>
          </a:p>
          <a:p>
            <a:pPr>
              <a:defRPr/>
            </a:pPr>
            <a:endParaRPr lang="es-ES" altLang="pt-BR"/>
          </a:p>
          <a:p>
            <a:pPr>
              <a:defRPr/>
            </a:pPr>
            <a:endParaRPr lang="es-ES" altLang="pt-BR"/>
          </a:p>
          <a:p>
            <a:pPr algn="l">
              <a:buFont typeface="Wingdings" panose="05000000000000000000" pitchFamily="2" charset="2"/>
              <a:buChar char="n"/>
              <a:defRPr/>
            </a:pPr>
            <a:r>
              <a:rPr lang="pt-BR" altLang="pt-BR" sz="2000">
                <a:effectLst/>
              </a:rPr>
              <a:t> A estrutura ficha, tem um campo chamado endereço que não é um tipo simples, mas sim outra estrutura que tem seus próprios elementos.</a:t>
            </a:r>
          </a:p>
        </p:txBody>
      </p:sp>
      <p:sp>
        <p:nvSpPr>
          <p:cNvPr id="89093" name="Rectangle 4">
            <a:extLst>
              <a:ext uri="{FF2B5EF4-FFF2-40B4-BE49-F238E27FC236}">
                <a16:creationId xmlns:a16="http://schemas.microsoft.com/office/drawing/2014/main" id="{8874A653-18E7-0344-AAF2-14336AE8D110}"/>
              </a:ext>
            </a:extLst>
          </p:cNvPr>
          <p:cNvSpPr>
            <a:spLocks noChangeArrowheads="1"/>
          </p:cNvSpPr>
          <p:nvPr/>
        </p:nvSpPr>
        <p:spPr bwMode="auto">
          <a:xfrm>
            <a:off x="3143251" y="4222750"/>
            <a:ext cx="2430463" cy="2014538"/>
          </a:xfrm>
          <a:prstGeom prst="rect">
            <a:avLst/>
          </a:prstGeom>
          <a:solidFill>
            <a:schemeClr val="folHlink"/>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20000"/>
              </a:spcBef>
              <a:spcAft>
                <a:spcPct val="50000"/>
              </a:spcAft>
              <a:buClr>
                <a:schemeClr val="hlink"/>
              </a:buClr>
              <a:buSzPct val="65000"/>
              <a:buFont typeface="Wingdings" panose="05000000000000000000" pitchFamily="2" charset="2"/>
              <a:defRPr>
                <a:solidFill>
                  <a:srgbClr val="000000"/>
                </a:solidFill>
                <a:latin typeface="Tahoma" panose="020B0604030504040204" pitchFamily="34" charset="0"/>
              </a:defRPr>
            </a:lvl1pPr>
            <a:lvl2pPr marL="742950" indent="-285750">
              <a:spcBef>
                <a:spcPct val="20000"/>
              </a:spcBef>
              <a:spcAft>
                <a:spcPct val="50000"/>
              </a:spcAft>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9pPr>
          </a:lstStyle>
          <a:p>
            <a:pPr algn="l">
              <a:spcBef>
                <a:spcPct val="0"/>
              </a:spcBef>
              <a:spcAft>
                <a:spcPct val="0"/>
              </a:spcAft>
              <a:buClrTx/>
              <a:buSzTx/>
              <a:buFontTx/>
              <a:buNone/>
            </a:pPr>
            <a:r>
              <a:rPr lang="es-ES" altLang="pt-BR" b="1"/>
              <a:t>struct </a:t>
            </a:r>
            <a:r>
              <a:rPr lang="es-ES" altLang="pt-BR"/>
              <a:t>est_endereco</a:t>
            </a:r>
            <a:r>
              <a:rPr lang="es-ES" altLang="pt-BR" b="1"/>
              <a:t>{</a:t>
            </a:r>
          </a:p>
          <a:p>
            <a:pPr algn="l">
              <a:spcBef>
                <a:spcPct val="0"/>
              </a:spcBef>
              <a:spcAft>
                <a:spcPct val="0"/>
              </a:spcAft>
              <a:buClrTx/>
              <a:buSzTx/>
              <a:buFontTx/>
              <a:buNone/>
            </a:pPr>
            <a:r>
              <a:rPr lang="es-ES" altLang="pt-BR"/>
              <a:t>char rua[50];</a:t>
            </a:r>
          </a:p>
          <a:p>
            <a:pPr algn="l">
              <a:spcBef>
                <a:spcPct val="0"/>
              </a:spcBef>
              <a:spcAft>
                <a:spcPct val="0"/>
              </a:spcAft>
              <a:buClrTx/>
              <a:buSzTx/>
              <a:buFontTx/>
              <a:buNone/>
            </a:pPr>
            <a:r>
              <a:rPr lang="es-ES" altLang="pt-BR"/>
              <a:t>int numero;</a:t>
            </a:r>
          </a:p>
          <a:p>
            <a:pPr algn="l">
              <a:spcBef>
                <a:spcPct val="0"/>
              </a:spcBef>
              <a:spcAft>
                <a:spcPct val="0"/>
              </a:spcAft>
              <a:buClrTx/>
              <a:buSzTx/>
              <a:buFontTx/>
              <a:buNone/>
            </a:pPr>
            <a:r>
              <a:rPr lang="es-ES" altLang="pt-BR"/>
              <a:t>char compl[10];</a:t>
            </a:r>
          </a:p>
          <a:p>
            <a:pPr algn="l">
              <a:spcBef>
                <a:spcPct val="0"/>
              </a:spcBef>
              <a:spcAft>
                <a:spcPct val="0"/>
              </a:spcAft>
              <a:buClrTx/>
              <a:buSzTx/>
              <a:buFontTx/>
              <a:buNone/>
            </a:pPr>
            <a:r>
              <a:rPr lang="es-ES" altLang="pt-BR"/>
              <a:t>char bairro[20];</a:t>
            </a:r>
          </a:p>
          <a:p>
            <a:pPr algn="l">
              <a:spcBef>
                <a:spcPct val="0"/>
              </a:spcBef>
              <a:spcAft>
                <a:spcPct val="0"/>
              </a:spcAft>
              <a:buClrTx/>
              <a:buSzTx/>
              <a:buFontTx/>
              <a:buNone/>
            </a:pPr>
            <a:r>
              <a:rPr lang="es-ES" altLang="pt-BR"/>
              <a:t>char cep[10];</a:t>
            </a:r>
          </a:p>
          <a:p>
            <a:pPr algn="l">
              <a:spcBef>
                <a:spcPct val="0"/>
              </a:spcBef>
              <a:spcAft>
                <a:spcPct val="0"/>
              </a:spcAft>
              <a:buClrTx/>
              <a:buSzTx/>
              <a:buFontTx/>
              <a:buNone/>
            </a:pPr>
            <a:r>
              <a:rPr lang="es-ES" altLang="pt-BR" b="1"/>
              <a:t>}</a:t>
            </a:r>
            <a:r>
              <a:rPr lang="es-ES" altLang="pt-BR"/>
              <a:t>;</a:t>
            </a:r>
          </a:p>
        </p:txBody>
      </p:sp>
      <p:sp>
        <p:nvSpPr>
          <p:cNvPr id="89094" name="Rectangle 5">
            <a:extLst>
              <a:ext uri="{FF2B5EF4-FFF2-40B4-BE49-F238E27FC236}">
                <a16:creationId xmlns:a16="http://schemas.microsoft.com/office/drawing/2014/main" id="{2454C5C3-CF63-4267-2E6F-A1ACA62B3508}"/>
              </a:ext>
            </a:extLst>
          </p:cNvPr>
          <p:cNvSpPr>
            <a:spLocks noChangeArrowheads="1"/>
          </p:cNvSpPr>
          <p:nvPr/>
        </p:nvSpPr>
        <p:spPr bwMode="auto">
          <a:xfrm>
            <a:off x="6311901" y="4222750"/>
            <a:ext cx="3294063" cy="2014538"/>
          </a:xfrm>
          <a:prstGeom prst="rect">
            <a:avLst/>
          </a:prstGeom>
          <a:solidFill>
            <a:schemeClr val="folHlink"/>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20000"/>
              </a:spcBef>
              <a:spcAft>
                <a:spcPct val="50000"/>
              </a:spcAft>
              <a:buClr>
                <a:schemeClr val="hlink"/>
              </a:buClr>
              <a:buSzPct val="65000"/>
              <a:buFont typeface="Wingdings" panose="05000000000000000000" pitchFamily="2" charset="2"/>
              <a:defRPr>
                <a:solidFill>
                  <a:srgbClr val="000000"/>
                </a:solidFill>
                <a:latin typeface="Tahoma" panose="020B0604030504040204" pitchFamily="34" charset="0"/>
              </a:defRPr>
            </a:lvl1pPr>
            <a:lvl2pPr marL="742950" indent="-285750">
              <a:spcBef>
                <a:spcPct val="20000"/>
              </a:spcBef>
              <a:spcAft>
                <a:spcPct val="50000"/>
              </a:spcAft>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9pPr>
          </a:lstStyle>
          <a:p>
            <a:pPr algn="l">
              <a:spcBef>
                <a:spcPct val="0"/>
              </a:spcBef>
              <a:spcAft>
                <a:spcPct val="0"/>
              </a:spcAft>
              <a:buClrTx/>
              <a:buSzTx/>
              <a:buFontTx/>
              <a:buNone/>
            </a:pPr>
            <a:r>
              <a:rPr lang="es-ES" altLang="pt-BR" b="1" dirty="0" err="1"/>
              <a:t>struct</a:t>
            </a:r>
            <a:r>
              <a:rPr lang="es-ES" altLang="pt-BR" b="1" dirty="0"/>
              <a:t> </a:t>
            </a:r>
            <a:r>
              <a:rPr lang="es-ES" altLang="pt-BR" dirty="0"/>
              <a:t>ficha </a:t>
            </a:r>
            <a:r>
              <a:rPr lang="es-ES" altLang="pt-BR" b="1" dirty="0"/>
              <a:t>{</a:t>
            </a:r>
          </a:p>
          <a:p>
            <a:pPr algn="l">
              <a:spcBef>
                <a:spcPct val="0"/>
              </a:spcBef>
              <a:spcAft>
                <a:spcPct val="0"/>
              </a:spcAft>
              <a:buClrTx/>
              <a:buSzTx/>
              <a:buFontTx/>
              <a:buNone/>
            </a:pPr>
            <a:r>
              <a:rPr lang="es-ES" altLang="pt-BR" dirty="0" err="1"/>
              <a:t>int</a:t>
            </a:r>
            <a:r>
              <a:rPr lang="es-ES" altLang="pt-BR" dirty="0"/>
              <a:t> matricula;</a:t>
            </a:r>
          </a:p>
          <a:p>
            <a:pPr algn="l">
              <a:spcBef>
                <a:spcPct val="0"/>
              </a:spcBef>
              <a:spcAft>
                <a:spcPct val="0"/>
              </a:spcAft>
              <a:buClrTx/>
              <a:buSzTx/>
              <a:buFontTx/>
              <a:buNone/>
            </a:pPr>
            <a:r>
              <a:rPr lang="es-ES" altLang="pt-BR" dirty="0" err="1"/>
              <a:t>char</a:t>
            </a:r>
            <a:r>
              <a:rPr lang="es-ES" altLang="pt-BR" dirty="0"/>
              <a:t> </a:t>
            </a:r>
            <a:r>
              <a:rPr lang="es-ES" altLang="pt-BR" dirty="0" err="1"/>
              <a:t>nome</a:t>
            </a:r>
            <a:r>
              <a:rPr lang="es-ES" altLang="pt-BR" dirty="0"/>
              <a:t> [45];</a:t>
            </a:r>
          </a:p>
          <a:p>
            <a:pPr algn="l">
              <a:spcBef>
                <a:spcPct val="0"/>
              </a:spcBef>
              <a:spcAft>
                <a:spcPct val="0"/>
              </a:spcAft>
              <a:buClrTx/>
              <a:buSzTx/>
              <a:buFontTx/>
              <a:buNone/>
            </a:pPr>
            <a:r>
              <a:rPr lang="es-ES" altLang="pt-BR" dirty="0" err="1"/>
              <a:t>char</a:t>
            </a:r>
            <a:r>
              <a:rPr lang="es-ES" altLang="pt-BR" dirty="0"/>
              <a:t> </a:t>
            </a:r>
            <a:r>
              <a:rPr lang="es-ES" altLang="pt-BR" dirty="0" err="1"/>
              <a:t>depto</a:t>
            </a:r>
            <a:r>
              <a:rPr lang="es-ES" altLang="pt-BR" dirty="0"/>
              <a:t> [35];</a:t>
            </a:r>
          </a:p>
          <a:p>
            <a:pPr algn="l">
              <a:spcBef>
                <a:spcPct val="0"/>
              </a:spcBef>
              <a:spcAft>
                <a:spcPct val="0"/>
              </a:spcAft>
              <a:buClrTx/>
              <a:buSzTx/>
              <a:buFontTx/>
              <a:buNone/>
            </a:pPr>
            <a:r>
              <a:rPr lang="es-ES" altLang="pt-BR" dirty="0" err="1"/>
              <a:t>float</a:t>
            </a:r>
            <a:r>
              <a:rPr lang="es-ES" altLang="pt-BR" dirty="0"/>
              <a:t> salario;</a:t>
            </a:r>
          </a:p>
          <a:p>
            <a:pPr algn="l">
              <a:spcBef>
                <a:spcPct val="0"/>
              </a:spcBef>
              <a:spcAft>
                <a:spcPct val="0"/>
              </a:spcAft>
              <a:buClrTx/>
              <a:buSzTx/>
              <a:buFontTx/>
              <a:buNone/>
            </a:pPr>
            <a:r>
              <a:rPr lang="es-ES" altLang="pt-BR" dirty="0" err="1"/>
              <a:t>struct</a:t>
            </a:r>
            <a:r>
              <a:rPr lang="es-ES" altLang="pt-BR" dirty="0"/>
              <a:t> </a:t>
            </a:r>
            <a:r>
              <a:rPr lang="es-ES" altLang="pt-BR" dirty="0" err="1"/>
              <a:t>est_endereco</a:t>
            </a:r>
            <a:r>
              <a:rPr lang="es-ES" altLang="pt-BR" dirty="0"/>
              <a:t> X;</a:t>
            </a:r>
          </a:p>
          <a:p>
            <a:pPr algn="l">
              <a:spcBef>
                <a:spcPct val="0"/>
              </a:spcBef>
              <a:spcAft>
                <a:spcPct val="0"/>
              </a:spcAft>
              <a:buClrTx/>
              <a:buSzTx/>
              <a:buFontTx/>
              <a:buNone/>
            </a:pPr>
            <a:r>
              <a:rPr lang="es-ES" altLang="pt-BR" b="1" dirty="0"/>
              <a:t>}</a:t>
            </a:r>
            <a:r>
              <a:rPr lang="es-ES" altLang="pt-BR" dirty="0"/>
              <a:t>;</a:t>
            </a:r>
          </a:p>
        </p:txBody>
      </p:sp>
      <p:graphicFrame>
        <p:nvGraphicFramePr>
          <p:cNvPr id="1658090" name="Group 234">
            <a:extLst>
              <a:ext uri="{FF2B5EF4-FFF2-40B4-BE49-F238E27FC236}">
                <a16:creationId xmlns:a16="http://schemas.microsoft.com/office/drawing/2014/main" id="{914CEABB-3CE9-864E-46E9-9CB4693CBC82}"/>
              </a:ext>
            </a:extLst>
          </p:cNvPr>
          <p:cNvGraphicFramePr>
            <a:graphicFrameLocks noGrp="1"/>
          </p:cNvGraphicFramePr>
          <p:nvPr/>
        </p:nvGraphicFramePr>
        <p:xfrm>
          <a:off x="1724026" y="1484314"/>
          <a:ext cx="3508375" cy="1427163"/>
        </p:xfrm>
        <a:graphic>
          <a:graphicData uri="http://schemas.openxmlformats.org/drawingml/2006/table">
            <a:tbl>
              <a:tblPr/>
              <a:tblGrid>
                <a:gridCol w="906463">
                  <a:extLst>
                    <a:ext uri="{9D8B030D-6E8A-4147-A177-3AD203B41FA5}">
                      <a16:colId xmlns:a16="http://schemas.microsoft.com/office/drawing/2014/main" val="20000"/>
                    </a:ext>
                  </a:extLst>
                </a:gridCol>
                <a:gridCol w="1089025">
                  <a:extLst>
                    <a:ext uri="{9D8B030D-6E8A-4147-A177-3AD203B41FA5}">
                      <a16:colId xmlns:a16="http://schemas.microsoft.com/office/drawing/2014/main" val="20001"/>
                    </a:ext>
                  </a:extLst>
                </a:gridCol>
                <a:gridCol w="720725">
                  <a:extLst>
                    <a:ext uri="{9D8B030D-6E8A-4147-A177-3AD203B41FA5}">
                      <a16:colId xmlns:a16="http://schemas.microsoft.com/office/drawing/2014/main" val="20002"/>
                    </a:ext>
                  </a:extLst>
                </a:gridCol>
                <a:gridCol w="792162">
                  <a:extLst>
                    <a:ext uri="{9D8B030D-6E8A-4147-A177-3AD203B41FA5}">
                      <a16:colId xmlns:a16="http://schemas.microsoft.com/office/drawing/2014/main" val="20003"/>
                    </a:ext>
                  </a:extLst>
                </a:gridCol>
              </a:tblGrid>
              <a:tr h="358775">
                <a:tc>
                  <a:txBody>
                    <a:bodyPr/>
                    <a:lstStyle>
                      <a:lvl1pPr algn="ctr">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FFFFFF"/>
                            </a:outerShdw>
                          </a:effectLst>
                          <a:latin typeface="Tahoma" panose="020B0604030504040204" pitchFamily="34" charset="0"/>
                        </a:defRPr>
                      </a:lvl1pPr>
                      <a:lvl2pPr>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2pPr>
                      <a:lvl3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3pPr>
                      <a:lvl4pPr>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4pPr>
                      <a:lvl5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50000"/>
                        </a:spcAft>
                        <a:buClr>
                          <a:schemeClr val="hlink"/>
                        </a:buClr>
                        <a:buSzPct val="65000"/>
                        <a:buFont typeface="Wingdings" panose="05000000000000000000" pitchFamily="2" charset="2"/>
                        <a:buNone/>
                        <a:tabLst/>
                      </a:pPr>
                      <a:r>
                        <a:rPr kumimoji="0" lang="es-ES" altLang="pt-BR" sz="1400" b="0" i="0" u="none" strike="noStrike" cap="none" normalizeH="0" baseline="0">
                          <a:ln>
                            <a:noFill/>
                          </a:ln>
                          <a:solidFill>
                            <a:srgbClr val="000000"/>
                          </a:solidFill>
                          <a:effectLst>
                            <a:outerShdw blurRad="38100" dist="38100" dir="2700000" algn="tl">
                              <a:srgbClr val="FFFFFF"/>
                            </a:outerShdw>
                          </a:effectLst>
                          <a:latin typeface="Tahoma" panose="020B0604030504040204" pitchFamily="34" charset="0"/>
                        </a:rPr>
                        <a:t>matrícula</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DD2E9"/>
                    </a:solidFill>
                  </a:tcPr>
                </a:tc>
                <a:tc>
                  <a:txBody>
                    <a:bodyPr/>
                    <a:lstStyle>
                      <a:lvl1pPr algn="ctr">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FFFFFF"/>
                            </a:outerShdw>
                          </a:effectLst>
                          <a:latin typeface="Tahoma" panose="020B0604030504040204" pitchFamily="34" charset="0"/>
                        </a:defRPr>
                      </a:lvl1pPr>
                      <a:lvl2pPr>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2pPr>
                      <a:lvl3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3pPr>
                      <a:lvl4pPr>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4pPr>
                      <a:lvl5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50000"/>
                        </a:spcAft>
                        <a:buClr>
                          <a:schemeClr val="hlink"/>
                        </a:buClr>
                        <a:buSzPct val="65000"/>
                        <a:buFont typeface="Wingdings" panose="05000000000000000000" pitchFamily="2" charset="2"/>
                        <a:buNone/>
                        <a:tabLst/>
                      </a:pPr>
                      <a:r>
                        <a:rPr kumimoji="0" lang="es-ES" altLang="pt-BR" sz="1400" b="0" i="0" u="none" strike="noStrike" cap="none" normalizeH="0" baseline="0">
                          <a:ln>
                            <a:noFill/>
                          </a:ln>
                          <a:solidFill>
                            <a:srgbClr val="000000"/>
                          </a:solidFill>
                          <a:effectLst>
                            <a:outerShdw blurRad="38100" dist="38100" dir="2700000" algn="tl">
                              <a:srgbClr val="FFFFFF"/>
                            </a:outerShdw>
                          </a:effectLst>
                          <a:latin typeface="Tahoma" panose="020B0604030504040204" pitchFamily="34" charset="0"/>
                        </a:rPr>
                        <a:t>nome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DD2E9"/>
                    </a:solidFill>
                  </a:tcPr>
                </a:tc>
                <a:tc>
                  <a:txBody>
                    <a:bodyPr/>
                    <a:lstStyle>
                      <a:lvl1pPr algn="ctr">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FFFFFF"/>
                            </a:outerShdw>
                          </a:effectLst>
                          <a:latin typeface="Tahoma" panose="020B0604030504040204" pitchFamily="34" charset="0"/>
                        </a:defRPr>
                      </a:lvl1pPr>
                      <a:lvl2pPr>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2pPr>
                      <a:lvl3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3pPr>
                      <a:lvl4pPr>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4pPr>
                      <a:lvl5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50000"/>
                        </a:spcAft>
                        <a:buClr>
                          <a:schemeClr val="hlink"/>
                        </a:buClr>
                        <a:buSzPct val="65000"/>
                        <a:buFont typeface="Wingdings" panose="05000000000000000000" pitchFamily="2" charset="2"/>
                        <a:buNone/>
                        <a:tabLst/>
                      </a:pPr>
                      <a:r>
                        <a:rPr kumimoji="0" lang="es-ES" altLang="pt-BR" sz="1400" b="0" i="0" u="none" strike="noStrike" cap="none" normalizeH="0" baseline="0">
                          <a:ln>
                            <a:noFill/>
                          </a:ln>
                          <a:solidFill>
                            <a:srgbClr val="000000"/>
                          </a:solidFill>
                          <a:effectLst>
                            <a:outerShdw blurRad="38100" dist="38100" dir="2700000" algn="tl">
                              <a:srgbClr val="FFFFFF"/>
                            </a:outerShdw>
                          </a:effectLst>
                          <a:latin typeface="Tahoma" panose="020B0604030504040204" pitchFamily="34" charset="0"/>
                        </a:rPr>
                        <a:t>Depto</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DD2E9"/>
                    </a:solidFill>
                  </a:tcPr>
                </a:tc>
                <a:tc>
                  <a:txBody>
                    <a:bodyPr/>
                    <a:lstStyle>
                      <a:lvl1pPr algn="ctr">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FFFFFF"/>
                            </a:outerShdw>
                          </a:effectLst>
                          <a:latin typeface="Tahoma" panose="020B0604030504040204" pitchFamily="34" charset="0"/>
                        </a:defRPr>
                      </a:lvl1pPr>
                      <a:lvl2pPr>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2pPr>
                      <a:lvl3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3pPr>
                      <a:lvl4pPr>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4pPr>
                      <a:lvl5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50000"/>
                        </a:spcAft>
                        <a:buClr>
                          <a:schemeClr val="hlink"/>
                        </a:buClr>
                        <a:buSzPct val="65000"/>
                        <a:buFont typeface="Wingdings" panose="05000000000000000000" pitchFamily="2" charset="2"/>
                        <a:buNone/>
                        <a:tabLst/>
                      </a:pPr>
                      <a:r>
                        <a:rPr kumimoji="0" lang="es-ES" altLang="pt-BR" sz="1400" b="0" i="0" u="none" strike="noStrike" cap="none" normalizeH="0" baseline="0">
                          <a:ln>
                            <a:noFill/>
                          </a:ln>
                          <a:solidFill>
                            <a:srgbClr val="000000"/>
                          </a:solidFill>
                          <a:effectLst>
                            <a:outerShdw blurRad="38100" dist="38100" dir="2700000" algn="tl">
                              <a:srgbClr val="FFFFFF"/>
                            </a:outerShdw>
                          </a:effectLst>
                          <a:latin typeface="Tahoma" panose="020B0604030504040204" pitchFamily="34" charset="0"/>
                        </a:rPr>
                        <a:t>Salário</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DD2E9"/>
                    </a:solidFill>
                  </a:tcPr>
                </a:tc>
                <a:extLst>
                  <a:ext uri="{0D108BD9-81ED-4DB2-BD59-A6C34878D82A}">
                    <a16:rowId xmlns:a16="http://schemas.microsoft.com/office/drawing/2014/main" val="10000"/>
                  </a:ext>
                </a:extLst>
              </a:tr>
              <a:tr h="492125">
                <a:tc>
                  <a:txBody>
                    <a:bodyPr/>
                    <a:lstStyle>
                      <a:lvl1pPr algn="ctr">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C0C0C0"/>
                            </a:outerShdw>
                          </a:effectLst>
                          <a:latin typeface="Tahoma" panose="020B0604030504040204" pitchFamily="34" charset="0"/>
                        </a:defRPr>
                      </a:lvl1pPr>
                      <a:lvl2pPr>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2pPr>
                      <a:lvl3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3pPr>
                      <a:lvl4pPr>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4pPr>
                      <a:lvl5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50000"/>
                        </a:spcAft>
                        <a:buClr>
                          <a:schemeClr val="hlink"/>
                        </a:buClr>
                        <a:buSzPct val="65000"/>
                        <a:buFont typeface="Wingdings" panose="05000000000000000000" pitchFamily="2" charset="2"/>
                        <a:buNone/>
                        <a:tabLst/>
                      </a:pPr>
                      <a:endParaRPr kumimoji="0" lang="es-ES" altLang="pt-BR" sz="1600" b="0" i="0" u="none" strike="noStrike" cap="none" normalizeH="0" baseline="0">
                        <a:ln>
                          <a:noFill/>
                        </a:ln>
                        <a:solidFill>
                          <a:srgbClr val="000000"/>
                        </a:solidFill>
                        <a:effectLst>
                          <a:outerShdw blurRad="38100" dist="38100" dir="2700000" algn="tl">
                            <a:srgbClr val="C0C0C0"/>
                          </a:outerShdw>
                        </a:effectLst>
                        <a:latin typeface="Tahoma" panose="020B060403050404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ctr">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C0C0C0"/>
                            </a:outerShdw>
                          </a:effectLst>
                          <a:latin typeface="Tahoma" panose="020B0604030504040204" pitchFamily="34" charset="0"/>
                        </a:defRPr>
                      </a:lvl1pPr>
                      <a:lvl2pPr>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2pPr>
                      <a:lvl3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3pPr>
                      <a:lvl4pPr>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4pPr>
                      <a:lvl5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50000"/>
                        </a:spcAft>
                        <a:buClr>
                          <a:schemeClr val="hlink"/>
                        </a:buClr>
                        <a:buSzPct val="65000"/>
                        <a:buFont typeface="Wingdings" panose="05000000000000000000" pitchFamily="2" charset="2"/>
                        <a:buNone/>
                        <a:tabLst/>
                      </a:pPr>
                      <a:endParaRPr kumimoji="0" lang="es-ES" altLang="pt-BR" sz="1600" b="0" i="0" u="none" strike="noStrike" cap="none" normalizeH="0" baseline="0">
                        <a:ln>
                          <a:noFill/>
                        </a:ln>
                        <a:solidFill>
                          <a:srgbClr val="000000"/>
                        </a:solidFill>
                        <a:effectLst>
                          <a:outerShdw blurRad="38100" dist="38100" dir="2700000" algn="tl">
                            <a:srgbClr val="C0C0C0"/>
                          </a:outerShdw>
                        </a:effectLst>
                        <a:latin typeface="Tahoma" panose="020B060403050404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ctr">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C0C0C0"/>
                            </a:outerShdw>
                          </a:effectLst>
                          <a:latin typeface="Tahoma" panose="020B0604030504040204" pitchFamily="34" charset="0"/>
                        </a:defRPr>
                      </a:lvl1pPr>
                      <a:lvl2pPr>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2pPr>
                      <a:lvl3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3pPr>
                      <a:lvl4pPr>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4pPr>
                      <a:lvl5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50000"/>
                        </a:spcAft>
                        <a:buClr>
                          <a:schemeClr val="hlink"/>
                        </a:buClr>
                        <a:buSzPct val="65000"/>
                        <a:buFont typeface="Wingdings" panose="05000000000000000000" pitchFamily="2" charset="2"/>
                        <a:buNone/>
                        <a:tabLst/>
                      </a:pPr>
                      <a:endParaRPr kumimoji="0" lang="es-ES" altLang="pt-BR" sz="1600" b="0" i="0" u="none" strike="noStrike" cap="none" normalizeH="0" baseline="0">
                        <a:ln>
                          <a:noFill/>
                        </a:ln>
                        <a:solidFill>
                          <a:srgbClr val="000000"/>
                        </a:solidFill>
                        <a:effectLst>
                          <a:outerShdw blurRad="38100" dist="38100" dir="2700000" algn="tl">
                            <a:srgbClr val="C0C0C0"/>
                          </a:outerShdw>
                        </a:effectLst>
                        <a:latin typeface="Tahoma" panose="020B060403050404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ctr">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C0C0C0"/>
                            </a:outerShdw>
                          </a:effectLst>
                          <a:latin typeface="Tahoma" panose="020B0604030504040204" pitchFamily="34" charset="0"/>
                        </a:defRPr>
                      </a:lvl1pPr>
                      <a:lvl2pPr>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2pPr>
                      <a:lvl3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3pPr>
                      <a:lvl4pPr>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4pPr>
                      <a:lvl5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50000"/>
                        </a:spcAft>
                        <a:buClr>
                          <a:schemeClr val="hlink"/>
                        </a:buClr>
                        <a:buSzPct val="65000"/>
                        <a:buFont typeface="Wingdings" panose="05000000000000000000" pitchFamily="2" charset="2"/>
                        <a:buNone/>
                        <a:tabLst/>
                      </a:pPr>
                      <a:endParaRPr kumimoji="0" lang="es-ES" altLang="pt-BR" sz="1600" b="0" i="0" u="none" strike="noStrike" cap="none" normalizeH="0" baseline="0">
                        <a:ln>
                          <a:noFill/>
                        </a:ln>
                        <a:solidFill>
                          <a:srgbClr val="000000"/>
                        </a:solidFill>
                        <a:effectLst>
                          <a:outerShdw blurRad="38100" dist="38100" dir="2700000" algn="tl">
                            <a:srgbClr val="C0C0C0"/>
                          </a:outerShdw>
                        </a:effectLst>
                        <a:latin typeface="Tahoma" panose="020B060403050404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76263">
                <a:tc>
                  <a:txBody>
                    <a:bodyPr/>
                    <a:lstStyle>
                      <a:lvl1pPr algn="ctr">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C0C0C0"/>
                            </a:outerShdw>
                          </a:effectLst>
                          <a:latin typeface="Tahoma" panose="020B0604030504040204" pitchFamily="34" charset="0"/>
                        </a:defRPr>
                      </a:lvl1pPr>
                      <a:lvl2pPr>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2pPr>
                      <a:lvl3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3pPr>
                      <a:lvl4pPr>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4pPr>
                      <a:lvl5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50000"/>
                        </a:spcAft>
                        <a:buClr>
                          <a:schemeClr val="hlink"/>
                        </a:buClr>
                        <a:buSzPct val="65000"/>
                        <a:buFont typeface="Wingdings" panose="05000000000000000000" pitchFamily="2" charset="2"/>
                        <a:buNone/>
                        <a:tabLst/>
                      </a:pPr>
                      <a:endParaRPr kumimoji="0" lang="es-ES" altLang="pt-BR" sz="1600" b="0" i="0" u="none" strike="noStrike" cap="none" normalizeH="0" baseline="0">
                        <a:ln>
                          <a:noFill/>
                        </a:ln>
                        <a:solidFill>
                          <a:srgbClr val="000000"/>
                        </a:solidFill>
                        <a:effectLst>
                          <a:outerShdw blurRad="38100" dist="38100" dir="2700000" algn="tl">
                            <a:srgbClr val="C0C0C0"/>
                          </a:outerShdw>
                        </a:effectLst>
                        <a:latin typeface="Tahoma" panose="020B060403050404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ctr">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C0C0C0"/>
                            </a:outerShdw>
                          </a:effectLst>
                          <a:latin typeface="Tahoma" panose="020B0604030504040204" pitchFamily="34" charset="0"/>
                        </a:defRPr>
                      </a:lvl1pPr>
                      <a:lvl2pPr>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2pPr>
                      <a:lvl3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3pPr>
                      <a:lvl4pPr>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4pPr>
                      <a:lvl5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50000"/>
                        </a:spcAft>
                        <a:buClr>
                          <a:schemeClr val="hlink"/>
                        </a:buClr>
                        <a:buSzPct val="65000"/>
                        <a:buFont typeface="Wingdings" panose="05000000000000000000" pitchFamily="2" charset="2"/>
                        <a:buNone/>
                        <a:tabLst/>
                      </a:pPr>
                      <a:endParaRPr kumimoji="0" lang="es-ES" altLang="pt-BR" sz="1600" b="0" i="0" u="none" strike="noStrike" cap="none" normalizeH="0" baseline="0">
                        <a:ln>
                          <a:noFill/>
                        </a:ln>
                        <a:solidFill>
                          <a:srgbClr val="000000"/>
                        </a:solidFill>
                        <a:effectLst>
                          <a:outerShdw blurRad="38100" dist="38100" dir="2700000" algn="tl">
                            <a:srgbClr val="C0C0C0"/>
                          </a:outerShdw>
                        </a:effectLst>
                        <a:latin typeface="Tahoma" panose="020B060403050404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ctr">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C0C0C0"/>
                            </a:outerShdw>
                          </a:effectLst>
                          <a:latin typeface="Tahoma" panose="020B0604030504040204" pitchFamily="34" charset="0"/>
                        </a:defRPr>
                      </a:lvl1pPr>
                      <a:lvl2pPr>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2pPr>
                      <a:lvl3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3pPr>
                      <a:lvl4pPr>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4pPr>
                      <a:lvl5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50000"/>
                        </a:spcAft>
                        <a:buClr>
                          <a:schemeClr val="hlink"/>
                        </a:buClr>
                        <a:buSzPct val="65000"/>
                        <a:buFont typeface="Wingdings" panose="05000000000000000000" pitchFamily="2" charset="2"/>
                        <a:buNone/>
                        <a:tabLst/>
                      </a:pPr>
                      <a:endParaRPr kumimoji="0" lang="es-ES" altLang="pt-BR" sz="1600" b="0" i="0" u="none" strike="noStrike" cap="none" normalizeH="0" baseline="0">
                        <a:ln>
                          <a:noFill/>
                        </a:ln>
                        <a:solidFill>
                          <a:srgbClr val="000000"/>
                        </a:solidFill>
                        <a:effectLst>
                          <a:outerShdw blurRad="38100" dist="38100" dir="2700000" algn="tl">
                            <a:srgbClr val="C0C0C0"/>
                          </a:outerShdw>
                        </a:effectLst>
                        <a:latin typeface="Tahoma" panose="020B060403050404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ctr">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C0C0C0"/>
                            </a:outerShdw>
                          </a:effectLst>
                          <a:latin typeface="Tahoma" panose="020B0604030504040204" pitchFamily="34" charset="0"/>
                        </a:defRPr>
                      </a:lvl1pPr>
                      <a:lvl2pPr>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2pPr>
                      <a:lvl3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3pPr>
                      <a:lvl4pPr>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4pPr>
                      <a:lvl5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50000"/>
                        </a:spcAft>
                        <a:buClr>
                          <a:schemeClr val="hlink"/>
                        </a:buClr>
                        <a:buSzPct val="65000"/>
                        <a:buFont typeface="Wingdings" panose="05000000000000000000" pitchFamily="2" charset="2"/>
                        <a:buNone/>
                        <a:tabLst/>
                      </a:pPr>
                      <a:endParaRPr kumimoji="0" lang="es-ES" altLang="pt-BR" sz="1600" b="0" i="0" u="none" strike="noStrike" cap="none" normalizeH="0" baseline="0">
                        <a:ln>
                          <a:noFill/>
                        </a:ln>
                        <a:solidFill>
                          <a:srgbClr val="000000"/>
                        </a:solidFill>
                        <a:effectLst>
                          <a:outerShdw blurRad="38100" dist="38100" dir="2700000" algn="tl">
                            <a:srgbClr val="C0C0C0"/>
                          </a:outerShdw>
                        </a:effectLst>
                        <a:latin typeface="Tahoma" panose="020B060403050404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1658083" name="Group 227">
            <a:extLst>
              <a:ext uri="{FF2B5EF4-FFF2-40B4-BE49-F238E27FC236}">
                <a16:creationId xmlns:a16="http://schemas.microsoft.com/office/drawing/2014/main" id="{45DA01EA-1005-FF5D-6BFA-ED7AC1DFEB69}"/>
              </a:ext>
            </a:extLst>
          </p:cNvPr>
          <p:cNvGraphicFramePr>
            <a:graphicFrameLocks noGrp="1"/>
          </p:cNvGraphicFramePr>
          <p:nvPr/>
        </p:nvGraphicFramePr>
        <p:xfrm>
          <a:off x="5253038" y="1843089"/>
          <a:ext cx="5313362" cy="1068387"/>
        </p:xfrm>
        <a:graphic>
          <a:graphicData uri="http://schemas.openxmlformats.org/drawingml/2006/table">
            <a:tbl>
              <a:tblPr/>
              <a:tblGrid>
                <a:gridCol w="1062037">
                  <a:extLst>
                    <a:ext uri="{9D8B030D-6E8A-4147-A177-3AD203B41FA5}">
                      <a16:colId xmlns:a16="http://schemas.microsoft.com/office/drawing/2014/main" val="20000"/>
                    </a:ext>
                  </a:extLst>
                </a:gridCol>
                <a:gridCol w="1063625">
                  <a:extLst>
                    <a:ext uri="{9D8B030D-6E8A-4147-A177-3AD203B41FA5}">
                      <a16:colId xmlns:a16="http://schemas.microsoft.com/office/drawing/2014/main" val="20001"/>
                    </a:ext>
                  </a:extLst>
                </a:gridCol>
                <a:gridCol w="1062038">
                  <a:extLst>
                    <a:ext uri="{9D8B030D-6E8A-4147-A177-3AD203B41FA5}">
                      <a16:colId xmlns:a16="http://schemas.microsoft.com/office/drawing/2014/main" val="20002"/>
                    </a:ext>
                  </a:extLst>
                </a:gridCol>
                <a:gridCol w="1063625">
                  <a:extLst>
                    <a:ext uri="{9D8B030D-6E8A-4147-A177-3AD203B41FA5}">
                      <a16:colId xmlns:a16="http://schemas.microsoft.com/office/drawing/2014/main" val="20003"/>
                    </a:ext>
                  </a:extLst>
                </a:gridCol>
                <a:gridCol w="1062037">
                  <a:extLst>
                    <a:ext uri="{9D8B030D-6E8A-4147-A177-3AD203B41FA5}">
                      <a16:colId xmlns:a16="http://schemas.microsoft.com/office/drawing/2014/main" val="20004"/>
                    </a:ext>
                  </a:extLst>
                </a:gridCol>
              </a:tblGrid>
              <a:tr h="504825">
                <a:tc>
                  <a:txBody>
                    <a:bodyPr/>
                    <a:lstStyle>
                      <a:lvl1pPr algn="ctr">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FFFFFF"/>
                            </a:outerShdw>
                          </a:effectLst>
                          <a:latin typeface="Tahoma" panose="020B0604030504040204" pitchFamily="34" charset="0"/>
                        </a:defRPr>
                      </a:lvl1pPr>
                      <a:lvl2pPr>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2pPr>
                      <a:lvl3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3pPr>
                      <a:lvl4pPr>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4pPr>
                      <a:lvl5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50000"/>
                        </a:spcAft>
                        <a:buClr>
                          <a:schemeClr val="hlink"/>
                        </a:buClr>
                        <a:buSzPct val="65000"/>
                        <a:buFont typeface="Wingdings" panose="05000000000000000000" pitchFamily="2" charset="2"/>
                        <a:buNone/>
                        <a:tabLst/>
                      </a:pPr>
                      <a:r>
                        <a:rPr kumimoji="0" lang="es-ES" altLang="pt-BR" sz="1400" b="0" i="0" u="none" strike="noStrike" cap="none" normalizeH="0" baseline="0">
                          <a:ln>
                            <a:noFill/>
                          </a:ln>
                          <a:solidFill>
                            <a:srgbClr val="000000"/>
                          </a:solidFill>
                          <a:effectLst>
                            <a:outerShdw blurRad="38100" dist="38100" dir="2700000" algn="tl">
                              <a:srgbClr val="FFFFFF"/>
                            </a:outerShdw>
                          </a:effectLst>
                          <a:latin typeface="Tahoma" panose="020B0604030504040204" pitchFamily="34" charset="0"/>
                        </a:rPr>
                        <a:t>Rua</a:t>
                      </a:r>
                    </a:p>
                  </a:txBody>
                  <a:tcP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9C9FF"/>
                    </a:solidFill>
                  </a:tcPr>
                </a:tc>
                <a:tc>
                  <a:txBody>
                    <a:bodyPr/>
                    <a:lstStyle>
                      <a:lvl1pPr algn="ctr">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FFFFFF"/>
                            </a:outerShdw>
                          </a:effectLst>
                          <a:latin typeface="Tahoma" panose="020B0604030504040204" pitchFamily="34" charset="0"/>
                        </a:defRPr>
                      </a:lvl1pPr>
                      <a:lvl2pPr>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2pPr>
                      <a:lvl3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3pPr>
                      <a:lvl4pPr>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4pPr>
                      <a:lvl5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50000"/>
                        </a:spcAft>
                        <a:buClr>
                          <a:schemeClr val="hlink"/>
                        </a:buClr>
                        <a:buSzPct val="65000"/>
                        <a:buFont typeface="Wingdings" panose="05000000000000000000" pitchFamily="2" charset="2"/>
                        <a:buNone/>
                        <a:tabLst/>
                      </a:pPr>
                      <a:r>
                        <a:rPr kumimoji="0" lang="es-ES" altLang="pt-BR" sz="1400" b="0" i="0" u="none" strike="noStrike" cap="none" normalizeH="0" baseline="0">
                          <a:ln>
                            <a:noFill/>
                          </a:ln>
                          <a:solidFill>
                            <a:srgbClr val="000000"/>
                          </a:solidFill>
                          <a:effectLst>
                            <a:outerShdw blurRad="38100" dist="38100" dir="2700000" algn="tl">
                              <a:srgbClr val="FFFFFF"/>
                            </a:outerShdw>
                          </a:effectLst>
                          <a:latin typeface="Tahoma" panose="020B0604030504040204" pitchFamily="34" charset="0"/>
                        </a:rPr>
                        <a:t>Número</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9C9FF"/>
                    </a:solidFill>
                  </a:tcPr>
                </a:tc>
                <a:tc>
                  <a:txBody>
                    <a:bodyPr/>
                    <a:lstStyle>
                      <a:lvl1pPr algn="ctr">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FFFFFF"/>
                            </a:outerShdw>
                          </a:effectLst>
                          <a:latin typeface="Tahoma" panose="020B0604030504040204" pitchFamily="34" charset="0"/>
                        </a:defRPr>
                      </a:lvl1pPr>
                      <a:lvl2pPr>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2pPr>
                      <a:lvl3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3pPr>
                      <a:lvl4pPr>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4pPr>
                      <a:lvl5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50000"/>
                        </a:spcAft>
                        <a:buClr>
                          <a:schemeClr val="hlink"/>
                        </a:buClr>
                        <a:buSzPct val="65000"/>
                        <a:buFont typeface="Wingdings" panose="05000000000000000000" pitchFamily="2" charset="2"/>
                        <a:buNone/>
                        <a:tabLst/>
                      </a:pPr>
                      <a:r>
                        <a:rPr kumimoji="0" lang="es-ES" altLang="pt-BR" sz="1400" b="0" i="0" u="none" strike="noStrike" cap="none" normalizeH="0" baseline="0">
                          <a:ln>
                            <a:noFill/>
                          </a:ln>
                          <a:solidFill>
                            <a:srgbClr val="000000"/>
                          </a:solidFill>
                          <a:effectLst>
                            <a:outerShdw blurRad="38100" dist="38100" dir="2700000" algn="tl">
                              <a:srgbClr val="FFFFFF"/>
                            </a:outerShdw>
                          </a:effectLst>
                          <a:latin typeface="Tahoma" panose="020B0604030504040204" pitchFamily="34" charset="0"/>
                        </a:rPr>
                        <a:t>Compl</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9C9FF"/>
                    </a:solidFill>
                  </a:tcPr>
                </a:tc>
                <a:tc>
                  <a:txBody>
                    <a:bodyPr/>
                    <a:lstStyle>
                      <a:lvl1pPr algn="ctr">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FFFFFF"/>
                            </a:outerShdw>
                          </a:effectLst>
                          <a:latin typeface="Tahoma" panose="020B0604030504040204" pitchFamily="34" charset="0"/>
                        </a:defRPr>
                      </a:lvl1pPr>
                      <a:lvl2pPr>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2pPr>
                      <a:lvl3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3pPr>
                      <a:lvl4pPr>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4pPr>
                      <a:lvl5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50000"/>
                        </a:spcAft>
                        <a:buClr>
                          <a:schemeClr val="hlink"/>
                        </a:buClr>
                        <a:buSzPct val="65000"/>
                        <a:buFont typeface="Wingdings" panose="05000000000000000000" pitchFamily="2" charset="2"/>
                        <a:buNone/>
                        <a:tabLst/>
                      </a:pPr>
                      <a:r>
                        <a:rPr kumimoji="0" lang="es-ES" altLang="pt-BR" sz="1400" b="0" i="0" u="none" strike="noStrike" cap="none" normalizeH="0" baseline="0">
                          <a:ln>
                            <a:noFill/>
                          </a:ln>
                          <a:solidFill>
                            <a:srgbClr val="000000"/>
                          </a:solidFill>
                          <a:effectLst>
                            <a:outerShdw blurRad="38100" dist="38100" dir="2700000" algn="tl">
                              <a:srgbClr val="FFFFFF"/>
                            </a:outerShdw>
                          </a:effectLst>
                          <a:latin typeface="Tahoma" panose="020B0604030504040204" pitchFamily="34" charset="0"/>
                        </a:rPr>
                        <a:t>Bairro</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9C9FF"/>
                    </a:solidFill>
                  </a:tcPr>
                </a:tc>
                <a:tc>
                  <a:txBody>
                    <a:bodyPr/>
                    <a:lstStyle>
                      <a:lvl1pPr algn="ctr">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FFFFFF"/>
                            </a:outerShdw>
                          </a:effectLst>
                          <a:latin typeface="Tahoma" panose="020B0604030504040204" pitchFamily="34" charset="0"/>
                        </a:defRPr>
                      </a:lvl1pPr>
                      <a:lvl2pPr>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2pPr>
                      <a:lvl3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3pPr>
                      <a:lvl4pPr>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4pPr>
                      <a:lvl5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FFFFFF"/>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50000"/>
                        </a:spcAft>
                        <a:buClr>
                          <a:schemeClr val="hlink"/>
                        </a:buClr>
                        <a:buSzPct val="65000"/>
                        <a:buFont typeface="Wingdings" panose="05000000000000000000" pitchFamily="2" charset="2"/>
                        <a:buNone/>
                        <a:tabLst/>
                      </a:pPr>
                      <a:r>
                        <a:rPr kumimoji="0" lang="es-ES" altLang="pt-BR" sz="1400" b="0" i="0" u="none" strike="noStrike" cap="none" normalizeH="0" baseline="0">
                          <a:ln>
                            <a:noFill/>
                          </a:ln>
                          <a:solidFill>
                            <a:srgbClr val="000000"/>
                          </a:solidFill>
                          <a:effectLst>
                            <a:outerShdw blurRad="38100" dist="38100" dir="2700000" algn="tl">
                              <a:srgbClr val="FFFFFF"/>
                            </a:outerShdw>
                          </a:effectLst>
                          <a:latin typeface="Tahoma" panose="020B0604030504040204" pitchFamily="34" charset="0"/>
                        </a:rPr>
                        <a:t>CEP</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9C9FF"/>
                    </a:solidFill>
                  </a:tcPr>
                </a:tc>
                <a:extLst>
                  <a:ext uri="{0D108BD9-81ED-4DB2-BD59-A6C34878D82A}">
                    <a16:rowId xmlns:a16="http://schemas.microsoft.com/office/drawing/2014/main" val="10000"/>
                  </a:ext>
                </a:extLst>
              </a:tr>
              <a:tr h="563562">
                <a:tc>
                  <a:txBody>
                    <a:bodyPr/>
                    <a:lstStyle>
                      <a:lvl1pPr algn="ctr">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C0C0C0"/>
                            </a:outerShdw>
                          </a:effectLst>
                          <a:latin typeface="Tahoma" panose="020B0604030504040204" pitchFamily="34" charset="0"/>
                        </a:defRPr>
                      </a:lvl1pPr>
                      <a:lvl2pPr>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2pPr>
                      <a:lvl3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3pPr>
                      <a:lvl4pPr>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4pPr>
                      <a:lvl5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50000"/>
                        </a:spcAft>
                        <a:buClr>
                          <a:schemeClr val="hlink"/>
                        </a:buClr>
                        <a:buSzPct val="65000"/>
                        <a:buFont typeface="Wingdings" panose="05000000000000000000" pitchFamily="2" charset="2"/>
                        <a:buNone/>
                        <a:tabLst/>
                      </a:pPr>
                      <a:endParaRPr kumimoji="0" lang="es-ES" altLang="pt-BR" sz="1600" b="0" i="0" u="none" strike="noStrike" cap="none" normalizeH="0" baseline="0">
                        <a:ln>
                          <a:noFill/>
                        </a:ln>
                        <a:solidFill>
                          <a:srgbClr val="000000"/>
                        </a:solidFill>
                        <a:effectLst>
                          <a:outerShdw blurRad="38100" dist="38100" dir="2700000" algn="tl">
                            <a:srgbClr val="C0C0C0"/>
                          </a:outerShdw>
                        </a:effectLst>
                        <a:latin typeface="Tahoma" panose="020B0604030504040204" pitchFamily="34" charset="0"/>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ctr">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C0C0C0"/>
                            </a:outerShdw>
                          </a:effectLst>
                          <a:latin typeface="Tahoma" panose="020B0604030504040204" pitchFamily="34" charset="0"/>
                        </a:defRPr>
                      </a:lvl1pPr>
                      <a:lvl2pPr>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2pPr>
                      <a:lvl3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3pPr>
                      <a:lvl4pPr>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4pPr>
                      <a:lvl5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50000"/>
                        </a:spcAft>
                        <a:buClr>
                          <a:schemeClr val="hlink"/>
                        </a:buClr>
                        <a:buSzPct val="65000"/>
                        <a:buFont typeface="Wingdings" panose="05000000000000000000" pitchFamily="2" charset="2"/>
                        <a:buNone/>
                        <a:tabLst/>
                      </a:pPr>
                      <a:endParaRPr kumimoji="0" lang="es-ES" altLang="pt-BR" sz="1600" b="0" i="0" u="none" strike="noStrike" cap="none" normalizeH="0" baseline="0">
                        <a:ln>
                          <a:noFill/>
                        </a:ln>
                        <a:solidFill>
                          <a:srgbClr val="000000"/>
                        </a:solidFill>
                        <a:effectLst>
                          <a:outerShdw blurRad="38100" dist="38100" dir="2700000" algn="tl">
                            <a:srgbClr val="C0C0C0"/>
                          </a:outerShdw>
                        </a:effectLst>
                        <a:latin typeface="Tahoma" panose="020B060403050404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ctr">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C0C0C0"/>
                            </a:outerShdw>
                          </a:effectLst>
                          <a:latin typeface="Tahoma" panose="020B0604030504040204" pitchFamily="34" charset="0"/>
                        </a:defRPr>
                      </a:lvl1pPr>
                      <a:lvl2pPr>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2pPr>
                      <a:lvl3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3pPr>
                      <a:lvl4pPr>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4pPr>
                      <a:lvl5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50000"/>
                        </a:spcAft>
                        <a:buClr>
                          <a:schemeClr val="hlink"/>
                        </a:buClr>
                        <a:buSzPct val="65000"/>
                        <a:buFont typeface="Wingdings" panose="05000000000000000000" pitchFamily="2" charset="2"/>
                        <a:buNone/>
                        <a:tabLst/>
                      </a:pPr>
                      <a:endParaRPr kumimoji="0" lang="es-ES" altLang="pt-BR" sz="1600" b="0" i="0" u="none" strike="noStrike" cap="none" normalizeH="0" baseline="0">
                        <a:ln>
                          <a:noFill/>
                        </a:ln>
                        <a:solidFill>
                          <a:srgbClr val="000000"/>
                        </a:solidFill>
                        <a:effectLst>
                          <a:outerShdw blurRad="38100" dist="38100" dir="2700000" algn="tl">
                            <a:srgbClr val="C0C0C0"/>
                          </a:outerShdw>
                        </a:effectLst>
                        <a:latin typeface="Tahoma" panose="020B060403050404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ctr">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C0C0C0"/>
                            </a:outerShdw>
                          </a:effectLst>
                          <a:latin typeface="Tahoma" panose="020B0604030504040204" pitchFamily="34" charset="0"/>
                        </a:defRPr>
                      </a:lvl1pPr>
                      <a:lvl2pPr>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2pPr>
                      <a:lvl3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3pPr>
                      <a:lvl4pPr>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4pPr>
                      <a:lvl5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50000"/>
                        </a:spcAft>
                        <a:buClr>
                          <a:schemeClr val="hlink"/>
                        </a:buClr>
                        <a:buSzPct val="65000"/>
                        <a:buFont typeface="Wingdings" panose="05000000000000000000" pitchFamily="2" charset="2"/>
                        <a:buNone/>
                        <a:tabLst/>
                      </a:pPr>
                      <a:endParaRPr kumimoji="0" lang="es-ES" altLang="pt-BR" sz="1600" b="0" i="0" u="none" strike="noStrike" cap="none" normalizeH="0" baseline="0">
                        <a:ln>
                          <a:noFill/>
                        </a:ln>
                        <a:solidFill>
                          <a:srgbClr val="000000"/>
                        </a:solidFill>
                        <a:effectLst>
                          <a:outerShdw blurRad="38100" dist="38100" dir="2700000" algn="tl">
                            <a:srgbClr val="C0C0C0"/>
                          </a:outerShdw>
                        </a:effectLst>
                        <a:latin typeface="Tahoma" panose="020B060403050404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ctr">
                        <a:spcBef>
                          <a:spcPct val="20000"/>
                        </a:spcBef>
                        <a:spcAft>
                          <a:spcPct val="50000"/>
                        </a:spcAft>
                        <a:buClr>
                          <a:schemeClr val="hlink"/>
                        </a:buClr>
                        <a:buSzPct val="65000"/>
                        <a:buFont typeface="Wingdings" panose="05000000000000000000" pitchFamily="2" charset="2"/>
                        <a:defRPr sz="1600">
                          <a:solidFill>
                            <a:srgbClr val="000000"/>
                          </a:solidFill>
                          <a:effectLst>
                            <a:outerShdw blurRad="38100" dist="38100" dir="2700000" algn="tl">
                              <a:srgbClr val="C0C0C0"/>
                            </a:outerShdw>
                          </a:effectLst>
                          <a:latin typeface="Tahoma" panose="020B0604030504040204" pitchFamily="34" charset="0"/>
                        </a:defRPr>
                      </a:lvl1pPr>
                      <a:lvl2pPr>
                        <a:spcBef>
                          <a:spcPct val="20000"/>
                        </a:spcBef>
                        <a:spcAft>
                          <a:spcPct val="50000"/>
                        </a:spcAft>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2pPr>
                      <a:lvl3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3pPr>
                      <a:lvl4pPr>
                        <a:spcBef>
                          <a:spcPct val="20000"/>
                        </a:spcBef>
                        <a:buClr>
                          <a:schemeClr val="fo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4pPr>
                      <a:lvl5pPr>
                        <a:spcBef>
                          <a:spcPct val="20000"/>
                        </a:spcBef>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5pPr>
                      <a:lvl6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6pPr>
                      <a:lvl7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7pPr>
                      <a:lvl8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8pPr>
                      <a:lvl9pPr fontAlgn="base">
                        <a:spcBef>
                          <a:spcPct val="20000"/>
                        </a:spcBef>
                        <a:spcAft>
                          <a:spcPct val="0"/>
                        </a:spcAft>
                        <a:buClr>
                          <a:schemeClr val="hlink"/>
                        </a:buClr>
                        <a:buSzPct val="65000"/>
                        <a:buFont typeface="Wingdings" panose="05000000000000000000" pitchFamily="2" charset="2"/>
                        <a:defRPr sz="1400">
                          <a:solidFill>
                            <a:srgbClr val="000000"/>
                          </a:solidFill>
                          <a:effectLst>
                            <a:outerShdw blurRad="38100" dist="38100" dir="2700000" algn="tl">
                              <a:srgbClr val="C0C0C0"/>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50000"/>
                        </a:spcAft>
                        <a:buClr>
                          <a:schemeClr val="hlink"/>
                        </a:buClr>
                        <a:buSzPct val="65000"/>
                        <a:buFont typeface="Wingdings" panose="05000000000000000000" pitchFamily="2" charset="2"/>
                        <a:buNone/>
                        <a:tabLst/>
                      </a:pPr>
                      <a:endParaRPr kumimoji="0" lang="es-ES" altLang="pt-BR" sz="1600" b="0" i="0" u="none" strike="noStrike" cap="none" normalizeH="0" baseline="0">
                        <a:ln>
                          <a:noFill/>
                        </a:ln>
                        <a:solidFill>
                          <a:srgbClr val="000000"/>
                        </a:solidFill>
                        <a:effectLst>
                          <a:outerShdw blurRad="38100" dist="38100" dir="2700000" algn="tl">
                            <a:srgbClr val="C0C0C0"/>
                          </a:outerShdw>
                        </a:effectLst>
                        <a:latin typeface="Tahoma" panose="020B060403050404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89137" name="Rectangle 221">
            <a:extLst>
              <a:ext uri="{FF2B5EF4-FFF2-40B4-BE49-F238E27FC236}">
                <a16:creationId xmlns:a16="http://schemas.microsoft.com/office/drawing/2014/main" id="{4B4C8958-52D5-B7EA-656B-29FF63FB1205}"/>
              </a:ext>
            </a:extLst>
          </p:cNvPr>
          <p:cNvSpPr>
            <a:spLocks noChangeArrowheads="1"/>
          </p:cNvSpPr>
          <p:nvPr/>
        </p:nvSpPr>
        <p:spPr bwMode="auto">
          <a:xfrm>
            <a:off x="5240338" y="1495425"/>
            <a:ext cx="5376862" cy="344488"/>
          </a:xfrm>
          <a:prstGeom prst="rect">
            <a:avLst/>
          </a:prstGeom>
          <a:solidFill>
            <a:srgbClr val="BDD2E9"/>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ctr">
              <a:spcBef>
                <a:spcPct val="20000"/>
              </a:spcBef>
              <a:spcAft>
                <a:spcPct val="50000"/>
              </a:spcAft>
              <a:buClr>
                <a:schemeClr val="hlink"/>
              </a:buClr>
              <a:buSzPct val="65000"/>
              <a:buFont typeface="Wingdings" panose="05000000000000000000" pitchFamily="2" charset="2"/>
              <a:defRPr>
                <a:solidFill>
                  <a:srgbClr val="000000"/>
                </a:solidFill>
                <a:latin typeface="Tahoma" panose="020B0604030504040204" pitchFamily="34" charset="0"/>
              </a:defRPr>
            </a:lvl1pPr>
            <a:lvl2pPr marL="742950" indent="-285750">
              <a:spcBef>
                <a:spcPct val="20000"/>
              </a:spcBef>
              <a:spcAft>
                <a:spcPct val="50000"/>
              </a:spcAft>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9pPr>
          </a:lstStyle>
          <a:p>
            <a:pPr>
              <a:spcBef>
                <a:spcPct val="0"/>
              </a:spcBef>
              <a:spcAft>
                <a:spcPct val="0"/>
              </a:spcAft>
              <a:buClrTx/>
              <a:buSzTx/>
              <a:buFontTx/>
              <a:buNone/>
            </a:pPr>
            <a:r>
              <a:rPr lang="es-ES" altLang="pt-BR" sz="1400"/>
              <a:t>Endereço</a:t>
            </a:r>
          </a:p>
          <a:p>
            <a:pPr>
              <a:spcBef>
                <a:spcPct val="0"/>
              </a:spcBef>
              <a:spcAft>
                <a:spcPct val="0"/>
              </a:spcAft>
              <a:buClrTx/>
              <a:buSzTx/>
              <a:buFontTx/>
              <a:buNone/>
            </a:pPr>
            <a:endParaRPr lang="es-ES" altLang="pt-BR" sz="20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Número de Slide 5">
            <a:extLst>
              <a:ext uri="{FF2B5EF4-FFF2-40B4-BE49-F238E27FC236}">
                <a16:creationId xmlns:a16="http://schemas.microsoft.com/office/drawing/2014/main" id="{5E6B7315-6535-270E-82D9-DD2544B3DC4B}"/>
              </a:ext>
            </a:extLst>
          </p:cNvPr>
          <p:cNvSpPr>
            <a:spLocks noGrp="1"/>
          </p:cNvSpPr>
          <p:nvPr>
            <p:ph type="sldNum" sz="quarter" idx="12"/>
          </p:nvPr>
        </p:nvSpPr>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defRPr/>
            </a:pPr>
            <a:fld id="{C8DB44FF-D408-4586-9500-3363A36CE4C8}" type="slidenum">
              <a:rPr lang="pt-BR" altLang="pt-BR" smtClean="0">
                <a:solidFill>
                  <a:srgbClr val="000000"/>
                </a:solidFill>
                <a:latin typeface="Arial" panose="020B0604020202020204" pitchFamily="34" charset="0"/>
              </a:rPr>
              <a:pPr>
                <a:defRPr/>
              </a:pPr>
              <a:t>46</a:t>
            </a:fld>
            <a:endParaRPr lang="pt-BR" altLang="pt-BR">
              <a:solidFill>
                <a:srgbClr val="000000"/>
              </a:solidFill>
              <a:latin typeface="Arial" panose="020B0604020202020204" pitchFamily="34" charset="0"/>
            </a:endParaRPr>
          </a:p>
        </p:txBody>
      </p:sp>
      <p:sp>
        <p:nvSpPr>
          <p:cNvPr id="90115" name="Rectangle 2">
            <a:extLst>
              <a:ext uri="{FF2B5EF4-FFF2-40B4-BE49-F238E27FC236}">
                <a16:creationId xmlns:a16="http://schemas.microsoft.com/office/drawing/2014/main" id="{47FD1EB1-2DF3-CBFD-906A-35BF2E4703C6}"/>
              </a:ext>
            </a:extLst>
          </p:cNvPr>
          <p:cNvSpPr>
            <a:spLocks noGrp="1" noChangeArrowheads="1"/>
          </p:cNvSpPr>
          <p:nvPr>
            <p:ph type="title"/>
          </p:nvPr>
        </p:nvSpPr>
        <p:spPr/>
        <p:txBody>
          <a:bodyPr/>
          <a:lstStyle/>
          <a:p>
            <a:r>
              <a:rPr lang="pt-BR" altLang="pt-BR" dirty="0">
                <a:effectLst/>
              </a:rPr>
              <a:t>6.4 - Estruturas (variáveis heterogêneas)</a:t>
            </a:r>
            <a:endParaRPr lang="es-ES" altLang="pt-BR" dirty="0">
              <a:effectLst/>
            </a:endParaRPr>
          </a:p>
        </p:txBody>
      </p:sp>
      <p:sp>
        <p:nvSpPr>
          <p:cNvPr id="90116" name="Rectangle 3">
            <a:extLst>
              <a:ext uri="{FF2B5EF4-FFF2-40B4-BE49-F238E27FC236}">
                <a16:creationId xmlns:a16="http://schemas.microsoft.com/office/drawing/2014/main" id="{6F1DBC0D-FABE-E979-03C4-0894EFB67D06}"/>
              </a:ext>
            </a:extLst>
          </p:cNvPr>
          <p:cNvSpPr>
            <a:spLocks noGrp="1" noChangeArrowheads="1"/>
          </p:cNvSpPr>
          <p:nvPr>
            <p:ph type="body" idx="1"/>
          </p:nvPr>
        </p:nvSpPr>
        <p:spPr/>
        <p:txBody>
          <a:bodyPr/>
          <a:lstStyle/>
          <a:p>
            <a:pPr algn="l">
              <a:buFont typeface="Wingdings" panose="05000000000000000000" pitchFamily="2" charset="2"/>
              <a:buChar char="n"/>
            </a:pPr>
            <a:r>
              <a:rPr lang="pt-BR" altLang="pt-BR" sz="2000">
                <a:effectLst/>
              </a:rPr>
              <a:t>  Obs: a definição da estrutura, sozinha, não é o suficiente para que ela possa ser utilizada.</a:t>
            </a:r>
          </a:p>
          <a:p>
            <a:pPr algn="l">
              <a:buFont typeface="Wingdings" panose="05000000000000000000" pitchFamily="2" charset="2"/>
              <a:buChar char="n"/>
            </a:pPr>
            <a:r>
              <a:rPr lang="pt-BR" altLang="pt-BR" sz="2000">
                <a:effectLst/>
              </a:rPr>
              <a:t>  A estrutura ficha, é apenas o modelo dos dados que uma ficha deve ter. </a:t>
            </a:r>
          </a:p>
          <a:p>
            <a:pPr algn="l">
              <a:buFont typeface="Wingdings" panose="05000000000000000000" pitchFamily="2" charset="2"/>
              <a:buChar char="n"/>
            </a:pPr>
            <a:r>
              <a:rPr lang="pt-BR" altLang="pt-BR" sz="2000">
                <a:effectLst/>
              </a:rPr>
              <a:t>  Porém, ainda não foi alocada na memória, nenhum espaço para armazenar valores, já que nenhuma variável do tipo da estrutura definida, foi criada.</a:t>
            </a:r>
          </a:p>
          <a:p>
            <a:pPr algn="l">
              <a:buFont typeface="Wingdings" panose="05000000000000000000" pitchFamily="2" charset="2"/>
              <a:buChar char="n"/>
            </a:pPr>
            <a:r>
              <a:rPr lang="pt-BR" altLang="pt-BR" sz="2000">
                <a:effectLst/>
              </a:rPr>
              <a:t> Para isto, é necessária a declaração de variáveis (quantas forem necessárias) para armazenamento dos valores. Veja o exemplo:</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96608BAF-1D22-47D0-74E8-E16251A109DF}"/>
              </a:ext>
            </a:extLst>
          </p:cNvPr>
          <p:cNvSpPr>
            <a:spLocks noGrp="1"/>
          </p:cNvSpPr>
          <p:nvPr>
            <p:ph type="sldNum" sz="quarter" idx="12"/>
          </p:nvPr>
        </p:nvSpPr>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defRPr/>
            </a:pPr>
            <a:fld id="{AA12FB63-6EA6-401F-AAB8-1EC25F2CA74D}" type="slidenum">
              <a:rPr lang="pt-BR" altLang="pt-BR" smtClean="0">
                <a:solidFill>
                  <a:srgbClr val="000000"/>
                </a:solidFill>
                <a:latin typeface="Arial" panose="020B0604020202020204" pitchFamily="34" charset="0"/>
              </a:rPr>
              <a:pPr>
                <a:defRPr/>
              </a:pPr>
              <a:t>47</a:t>
            </a:fld>
            <a:endParaRPr lang="pt-BR" altLang="pt-BR">
              <a:solidFill>
                <a:srgbClr val="000000"/>
              </a:solidFill>
              <a:latin typeface="Arial" panose="020B0604020202020204" pitchFamily="34" charset="0"/>
            </a:endParaRPr>
          </a:p>
        </p:txBody>
      </p:sp>
      <p:sp>
        <p:nvSpPr>
          <p:cNvPr id="91139" name="Rectangle 2">
            <a:extLst>
              <a:ext uri="{FF2B5EF4-FFF2-40B4-BE49-F238E27FC236}">
                <a16:creationId xmlns:a16="http://schemas.microsoft.com/office/drawing/2014/main" id="{E8EF8544-A1DF-A39C-2FFE-ADC5DC6A1779}"/>
              </a:ext>
            </a:extLst>
          </p:cNvPr>
          <p:cNvSpPr>
            <a:spLocks noGrp="1" noChangeArrowheads="1"/>
          </p:cNvSpPr>
          <p:nvPr>
            <p:ph type="title"/>
          </p:nvPr>
        </p:nvSpPr>
        <p:spPr/>
        <p:txBody>
          <a:bodyPr/>
          <a:lstStyle/>
          <a:p>
            <a:r>
              <a:rPr lang="pt-BR" altLang="pt-BR" dirty="0">
                <a:effectLst/>
              </a:rPr>
              <a:t>6.4 - Estruturas (variáveis heterogêneas)</a:t>
            </a:r>
            <a:endParaRPr lang="es-ES" altLang="pt-BR" dirty="0">
              <a:effectLst/>
            </a:endParaRPr>
          </a:p>
        </p:txBody>
      </p:sp>
      <p:sp>
        <p:nvSpPr>
          <p:cNvPr id="91140" name="Rectangle 3">
            <a:extLst>
              <a:ext uri="{FF2B5EF4-FFF2-40B4-BE49-F238E27FC236}">
                <a16:creationId xmlns:a16="http://schemas.microsoft.com/office/drawing/2014/main" id="{04A18571-D0F8-3322-0CB0-1FD610D46292}"/>
              </a:ext>
            </a:extLst>
          </p:cNvPr>
          <p:cNvSpPr>
            <a:spLocks noGrp="1" noChangeArrowheads="1"/>
          </p:cNvSpPr>
          <p:nvPr>
            <p:ph type="body" idx="1"/>
          </p:nvPr>
        </p:nvSpPr>
        <p:spPr/>
        <p:txBody>
          <a:bodyPr/>
          <a:lstStyle/>
          <a:p>
            <a:r>
              <a:rPr lang="pt-BR" altLang="pt-BR" sz="2000" b="1">
                <a:effectLst/>
              </a:rPr>
              <a:t>Declarando Variáveis do Tipo da Estrutura Definida</a:t>
            </a:r>
            <a:r>
              <a:rPr lang="pt-BR" altLang="pt-BR" sz="2000">
                <a:effectLst/>
              </a:rPr>
              <a:t>  </a:t>
            </a:r>
          </a:p>
          <a:p>
            <a:pPr algn="l">
              <a:buFont typeface="Wingdings" panose="05000000000000000000" pitchFamily="2" charset="2"/>
              <a:buChar char="n"/>
            </a:pPr>
            <a:r>
              <a:rPr lang="pt-BR" altLang="pt-BR" sz="2000">
                <a:effectLst/>
              </a:rPr>
              <a:t>  Para definirmos variáveis do tipo da estrutura ficha anteriormente definida, faríamos:</a:t>
            </a:r>
          </a:p>
          <a:p>
            <a:pPr lvl="1"/>
            <a:r>
              <a:rPr lang="pt-BR" altLang="pt-BR" sz="1800" b="1">
                <a:effectLst/>
              </a:rPr>
              <a:t>struct ficha func1, func2</a:t>
            </a:r>
            <a:r>
              <a:rPr lang="pt-BR" altLang="pt-BR" sz="1800">
                <a:effectLst/>
              </a:rPr>
              <a:t>;</a:t>
            </a:r>
          </a:p>
          <a:p>
            <a:pPr lvl="1"/>
            <a:endParaRPr lang="pt-BR" altLang="pt-BR">
              <a:effectLst/>
            </a:endParaRPr>
          </a:p>
          <a:p>
            <a:pPr algn="l">
              <a:buFont typeface="Wingdings" panose="05000000000000000000" pitchFamily="2" charset="2"/>
              <a:buChar char="n"/>
            </a:pPr>
            <a:r>
              <a:rPr lang="pt-BR" altLang="pt-BR" sz="2000">
                <a:effectLst/>
              </a:rPr>
              <a:t>  Nesta declaração duas estruturas do tipo ficha foram criadas. Esta declaração vai alocar espaço para armazenar os dados de dois funcionários.</a:t>
            </a:r>
          </a:p>
        </p:txBody>
      </p:sp>
      <p:sp>
        <p:nvSpPr>
          <p:cNvPr id="1664004" name="Rectangle 4">
            <a:extLst>
              <a:ext uri="{FF2B5EF4-FFF2-40B4-BE49-F238E27FC236}">
                <a16:creationId xmlns:a16="http://schemas.microsoft.com/office/drawing/2014/main" id="{82D84394-E1FD-62C7-10B2-4FA4943EB651}"/>
              </a:ext>
            </a:extLst>
          </p:cNvPr>
          <p:cNvSpPr>
            <a:spLocks noChangeArrowheads="1"/>
          </p:cNvSpPr>
          <p:nvPr/>
        </p:nvSpPr>
        <p:spPr bwMode="auto">
          <a:xfrm>
            <a:off x="2038350" y="2801938"/>
            <a:ext cx="8172450" cy="641350"/>
          </a:xfrm>
          <a:prstGeom prst="rect">
            <a:avLst/>
          </a:prstGeom>
          <a:solidFill>
            <a:schemeClr val="folHlink"/>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20000"/>
              </a:spcBef>
              <a:spcAft>
                <a:spcPct val="50000"/>
              </a:spcAft>
              <a:buClr>
                <a:schemeClr val="hlink"/>
              </a:buClr>
              <a:buSzPct val="65000"/>
              <a:buFont typeface="Wingdings" panose="05000000000000000000" pitchFamily="2" charset="2"/>
              <a:defRPr>
                <a:solidFill>
                  <a:srgbClr val="000000"/>
                </a:solidFill>
                <a:latin typeface="Tahoma" panose="020B0604030504040204" pitchFamily="34" charset="0"/>
              </a:defRPr>
            </a:lvl1pPr>
            <a:lvl2pPr marL="742950" indent="-285750">
              <a:spcBef>
                <a:spcPct val="20000"/>
              </a:spcBef>
              <a:spcAft>
                <a:spcPct val="50000"/>
              </a:spcAft>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9pPr>
          </a:lstStyle>
          <a:p>
            <a:pPr algn="l">
              <a:spcBef>
                <a:spcPct val="0"/>
              </a:spcBef>
              <a:spcAft>
                <a:spcPct val="0"/>
              </a:spcAft>
              <a:buClrTx/>
              <a:buSzTx/>
              <a:buFontTx/>
              <a:buNone/>
            </a:pPr>
            <a:r>
              <a:rPr lang="es-ES" altLang="pt-BR"/>
              <a:t>sintaxe:</a:t>
            </a:r>
          </a:p>
          <a:p>
            <a:pPr algn="l">
              <a:spcBef>
                <a:spcPct val="0"/>
              </a:spcBef>
              <a:spcAft>
                <a:spcPct val="0"/>
              </a:spcAft>
              <a:buClrTx/>
              <a:buSzTx/>
              <a:buFontTx/>
              <a:buNone/>
            </a:pPr>
            <a:r>
              <a:rPr lang="es-ES" altLang="pt-BR" b="1"/>
              <a:t>struct identificador_Estrutura nomeVar1, nomeVar2, ... , nomeVarN;</a:t>
            </a:r>
          </a:p>
        </p:txBody>
      </p:sp>
      <p:sp>
        <p:nvSpPr>
          <p:cNvPr id="1664006" name="Rectangle 6">
            <a:extLst>
              <a:ext uri="{FF2B5EF4-FFF2-40B4-BE49-F238E27FC236}">
                <a16:creationId xmlns:a16="http://schemas.microsoft.com/office/drawing/2014/main" id="{81F5481B-ED91-0974-8A51-808E52853867}"/>
              </a:ext>
            </a:extLst>
          </p:cNvPr>
          <p:cNvSpPr>
            <a:spLocks noChangeArrowheads="1"/>
          </p:cNvSpPr>
          <p:nvPr/>
        </p:nvSpPr>
        <p:spPr bwMode="auto">
          <a:xfrm>
            <a:off x="6383338" y="4508500"/>
            <a:ext cx="3294062" cy="2014538"/>
          </a:xfrm>
          <a:prstGeom prst="rect">
            <a:avLst/>
          </a:prstGeom>
          <a:solidFill>
            <a:schemeClr val="folHlink"/>
          </a:solidFill>
          <a:ln>
            <a:noFill/>
          </a:ln>
          <a:effectLst/>
        </p:spPr>
        <p:txBody>
          <a:bodyPr>
            <a:spAutoFit/>
          </a:bodyPr>
          <a:lstStyle/>
          <a:p>
            <a:pPr>
              <a:defRPr/>
            </a:pPr>
            <a:r>
              <a:rPr lang="es-ES" altLang="pt-BR" b="1">
                <a:solidFill>
                  <a:srgbClr val="000000"/>
                </a:solidFill>
              </a:rPr>
              <a:t>struct </a:t>
            </a:r>
            <a:r>
              <a:rPr lang="es-ES" altLang="pt-BR">
                <a:solidFill>
                  <a:srgbClr val="000000"/>
                </a:solidFill>
              </a:rPr>
              <a:t>ficha </a:t>
            </a:r>
            <a:r>
              <a:rPr lang="es-ES" altLang="pt-BR" b="1">
                <a:solidFill>
                  <a:srgbClr val="000000"/>
                </a:solidFill>
              </a:rPr>
              <a:t>{</a:t>
            </a:r>
          </a:p>
          <a:p>
            <a:pPr>
              <a:defRPr/>
            </a:pPr>
            <a:r>
              <a:rPr lang="es-ES" altLang="pt-BR">
                <a:solidFill>
                  <a:srgbClr val="000000"/>
                </a:solidFill>
              </a:rPr>
              <a:t>int matricula;</a:t>
            </a:r>
          </a:p>
          <a:p>
            <a:pPr>
              <a:defRPr/>
            </a:pPr>
            <a:r>
              <a:rPr lang="es-ES" altLang="pt-BR">
                <a:solidFill>
                  <a:srgbClr val="000000"/>
                </a:solidFill>
              </a:rPr>
              <a:t>char nome [45];</a:t>
            </a:r>
          </a:p>
          <a:p>
            <a:pPr>
              <a:defRPr/>
            </a:pPr>
            <a:r>
              <a:rPr lang="es-ES" altLang="pt-BR">
                <a:solidFill>
                  <a:srgbClr val="000000"/>
                </a:solidFill>
              </a:rPr>
              <a:t>char depto [35];</a:t>
            </a:r>
          </a:p>
          <a:p>
            <a:pPr>
              <a:defRPr/>
            </a:pPr>
            <a:r>
              <a:rPr lang="es-ES" altLang="pt-BR">
                <a:solidFill>
                  <a:srgbClr val="000000"/>
                </a:solidFill>
              </a:rPr>
              <a:t>float salario;</a:t>
            </a:r>
          </a:p>
          <a:p>
            <a:pPr>
              <a:defRPr/>
            </a:pPr>
            <a:r>
              <a:rPr lang="es-ES" altLang="pt-BR">
                <a:solidFill>
                  <a:srgbClr val="000000"/>
                </a:solidFill>
              </a:rPr>
              <a:t>struct est_endereco endereco;</a:t>
            </a:r>
          </a:p>
          <a:p>
            <a:pPr>
              <a:defRPr/>
            </a:pPr>
            <a:r>
              <a:rPr lang="es-ES" altLang="pt-BR" b="1">
                <a:solidFill>
                  <a:srgbClr val="000000"/>
                </a:solidFill>
              </a:rPr>
              <a:t>}</a:t>
            </a:r>
            <a:r>
              <a:rPr lang="es-ES" altLang="pt-BR">
                <a:solidFill>
                  <a:srgbClr val="000000"/>
                </a:solidFill>
              </a:rPr>
              <a:t> </a:t>
            </a:r>
            <a:r>
              <a:rPr lang="es-ES" altLang="pt-BR" b="1" i="1">
                <a:solidFill>
                  <a:srgbClr val="000000"/>
                </a:solidFill>
                <a:effectLst>
                  <a:outerShdw blurRad="38100" dist="38100" dir="2700000" algn="tl">
                    <a:srgbClr val="FFFFFF"/>
                  </a:outerShdw>
                </a:effectLst>
              </a:rPr>
              <a:t>func1, func2;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64004"/>
                                        </p:tgtEl>
                                        <p:attrNameLst>
                                          <p:attrName>style.visibility</p:attrName>
                                        </p:attrNameLst>
                                      </p:cBhvr>
                                      <p:to>
                                        <p:strVal val="visible"/>
                                      </p:to>
                                    </p:set>
                                    <p:animEffect transition="in" filter="blinds(horizontal)">
                                      <p:cBhvr>
                                        <p:cTn id="7" dur="500"/>
                                        <p:tgtEl>
                                          <p:spTgt spid="16640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4004"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Número de Slide 5">
            <a:extLst>
              <a:ext uri="{FF2B5EF4-FFF2-40B4-BE49-F238E27FC236}">
                <a16:creationId xmlns:a16="http://schemas.microsoft.com/office/drawing/2014/main" id="{7E7D56A7-814F-B515-2C9F-5F86547F18D0}"/>
              </a:ext>
            </a:extLst>
          </p:cNvPr>
          <p:cNvSpPr>
            <a:spLocks noGrp="1"/>
          </p:cNvSpPr>
          <p:nvPr>
            <p:ph type="sldNum" sz="quarter" idx="12"/>
          </p:nvPr>
        </p:nvSpPr>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defRPr/>
            </a:pPr>
            <a:fld id="{4C419533-1B1E-46C8-803D-219836A11892}" type="slidenum">
              <a:rPr lang="pt-BR" altLang="pt-BR" smtClean="0">
                <a:solidFill>
                  <a:srgbClr val="000000"/>
                </a:solidFill>
                <a:latin typeface="Arial" panose="020B0604020202020204" pitchFamily="34" charset="0"/>
              </a:rPr>
              <a:pPr>
                <a:defRPr/>
              </a:pPr>
              <a:t>48</a:t>
            </a:fld>
            <a:endParaRPr lang="pt-BR" altLang="pt-BR">
              <a:solidFill>
                <a:srgbClr val="000000"/>
              </a:solidFill>
              <a:latin typeface="Arial" panose="020B0604020202020204" pitchFamily="34" charset="0"/>
            </a:endParaRPr>
          </a:p>
        </p:txBody>
      </p:sp>
      <p:sp>
        <p:nvSpPr>
          <p:cNvPr id="1651714" name="Rectangle 2">
            <a:extLst>
              <a:ext uri="{FF2B5EF4-FFF2-40B4-BE49-F238E27FC236}">
                <a16:creationId xmlns:a16="http://schemas.microsoft.com/office/drawing/2014/main" id="{330DBA96-4084-A1BC-7DB7-C00FDBEDC71F}"/>
              </a:ext>
            </a:extLst>
          </p:cNvPr>
          <p:cNvSpPr>
            <a:spLocks noGrp="1" noChangeArrowheads="1"/>
          </p:cNvSpPr>
          <p:nvPr>
            <p:ph type="title"/>
          </p:nvPr>
        </p:nvSpPr>
        <p:spPr/>
        <p:txBody>
          <a:bodyPr/>
          <a:lstStyle/>
          <a:p>
            <a:pPr>
              <a:defRPr/>
            </a:pPr>
            <a:r>
              <a:rPr lang="es-ES" altLang="pt-BR" dirty="0" err="1"/>
              <a:t>Observações</a:t>
            </a:r>
            <a:r>
              <a:rPr lang="es-ES" altLang="pt-BR" dirty="0"/>
              <a:t> </a:t>
            </a:r>
          </a:p>
        </p:txBody>
      </p:sp>
      <p:sp>
        <p:nvSpPr>
          <p:cNvPr id="92164" name="Rectangle 3">
            <a:extLst>
              <a:ext uri="{FF2B5EF4-FFF2-40B4-BE49-F238E27FC236}">
                <a16:creationId xmlns:a16="http://schemas.microsoft.com/office/drawing/2014/main" id="{1D3ABB68-65FB-7175-1AA2-EE59A7E18F02}"/>
              </a:ext>
            </a:extLst>
          </p:cNvPr>
          <p:cNvSpPr>
            <a:spLocks noGrp="1" noChangeArrowheads="1"/>
          </p:cNvSpPr>
          <p:nvPr>
            <p:ph type="body" idx="1"/>
          </p:nvPr>
        </p:nvSpPr>
        <p:spPr/>
        <p:txBody>
          <a:bodyPr/>
          <a:lstStyle/>
          <a:p>
            <a:r>
              <a:rPr lang="es-ES" altLang="pt-BR" b="1" dirty="0" err="1">
                <a:effectLst/>
              </a:rPr>
              <a:t>fflush</a:t>
            </a:r>
            <a:r>
              <a:rPr lang="es-ES" altLang="pt-BR" b="1" dirty="0">
                <a:effectLst/>
              </a:rPr>
              <a:t>(</a:t>
            </a:r>
            <a:r>
              <a:rPr lang="es-ES" altLang="pt-BR" b="1" dirty="0" err="1">
                <a:effectLst/>
              </a:rPr>
              <a:t>stdin</a:t>
            </a:r>
            <a:r>
              <a:rPr lang="es-ES" altLang="pt-BR" b="1" dirty="0">
                <a:effectLst/>
              </a:rPr>
              <a:t>); </a:t>
            </a:r>
            <a:r>
              <a:rPr lang="es-ES" altLang="pt-BR" dirty="0">
                <a:effectLst/>
              </a:rPr>
              <a:t>// para </a:t>
            </a:r>
            <a:r>
              <a:rPr lang="es-ES" altLang="pt-BR" dirty="0" err="1">
                <a:effectLst/>
              </a:rPr>
              <a:t>limpar</a:t>
            </a:r>
            <a:r>
              <a:rPr lang="es-ES" altLang="pt-BR" dirty="0">
                <a:effectLst/>
              </a:rPr>
              <a:t> o buffer do teclado antes de </a:t>
            </a:r>
            <a:r>
              <a:rPr lang="es-ES" altLang="pt-BR" dirty="0" err="1">
                <a:effectLst/>
              </a:rPr>
              <a:t>ler</a:t>
            </a:r>
            <a:r>
              <a:rPr lang="es-ES" altLang="pt-BR" dirty="0">
                <a:effectLst/>
              </a:rPr>
              <a:t> o carácter</a:t>
            </a:r>
          </a:p>
          <a:p>
            <a:r>
              <a:rPr lang="pt-BR" altLang="pt-BR" dirty="0" err="1">
                <a:effectLst/>
              </a:rPr>
              <a:t>scanf</a:t>
            </a:r>
            <a:r>
              <a:rPr lang="pt-BR" altLang="pt-BR" b="1" dirty="0">
                <a:effectLst/>
              </a:rPr>
              <a:t>("%d/%d/%d", </a:t>
            </a:r>
            <a:r>
              <a:rPr lang="pt-BR" altLang="pt-BR" dirty="0">
                <a:effectLst/>
              </a:rPr>
              <a:t>&amp;d6.dia, &amp;d6.mes, &amp;d6.ano);</a:t>
            </a:r>
          </a:p>
          <a:p>
            <a:r>
              <a:rPr lang="pt-BR" altLang="pt-BR" dirty="0" err="1">
                <a:effectLst/>
              </a:rPr>
              <a:t>scanf</a:t>
            </a:r>
            <a:r>
              <a:rPr lang="pt-BR" altLang="pt-BR" b="1" dirty="0">
                <a:effectLst/>
              </a:rPr>
              <a:t>("%d-%d-%d", </a:t>
            </a:r>
            <a:r>
              <a:rPr lang="pt-BR" altLang="pt-BR" dirty="0">
                <a:effectLst/>
              </a:rPr>
              <a:t>&amp;d6.dia, &amp;d6.mes, &amp;d6.ano);</a:t>
            </a:r>
          </a:p>
          <a:p>
            <a:r>
              <a:rPr lang="pt-BR" altLang="pt-BR" dirty="0" err="1">
                <a:effectLst/>
              </a:rPr>
              <a:t>scanf</a:t>
            </a:r>
            <a:r>
              <a:rPr lang="pt-BR" altLang="pt-BR" b="1" dirty="0">
                <a:effectLst/>
              </a:rPr>
              <a:t>("%d %d %d", </a:t>
            </a:r>
            <a:r>
              <a:rPr lang="pt-BR" altLang="pt-BR" dirty="0">
                <a:effectLst/>
              </a:rPr>
              <a:t>&amp;d6.dia, &amp;d6.mes, &amp;d6.ano);</a:t>
            </a:r>
            <a:endParaRPr lang="es-ES" altLang="pt-BR" dirty="0">
              <a:effectLst/>
            </a:endParaRPr>
          </a:p>
        </p:txBody>
      </p:sp>
      <p:sp>
        <p:nvSpPr>
          <p:cNvPr id="92165" name="Retângulo 1">
            <a:extLst>
              <a:ext uri="{FF2B5EF4-FFF2-40B4-BE49-F238E27FC236}">
                <a16:creationId xmlns:a16="http://schemas.microsoft.com/office/drawing/2014/main" id="{04492BD7-2BA9-E211-56AA-75BF6CA5985D}"/>
              </a:ext>
            </a:extLst>
          </p:cNvPr>
          <p:cNvSpPr>
            <a:spLocks noChangeArrowheads="1"/>
          </p:cNvSpPr>
          <p:nvPr/>
        </p:nvSpPr>
        <p:spPr bwMode="auto">
          <a:xfrm>
            <a:off x="5016501" y="3532189"/>
            <a:ext cx="2098675" cy="49212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spcBef>
                <a:spcPct val="20000"/>
              </a:spcBef>
              <a:spcAft>
                <a:spcPct val="50000"/>
              </a:spcAft>
              <a:buClr>
                <a:schemeClr val="hlink"/>
              </a:buClr>
              <a:buSzPct val="65000"/>
              <a:buFont typeface="Wingdings" panose="05000000000000000000" pitchFamily="2" charset="2"/>
              <a:defRPr>
                <a:solidFill>
                  <a:srgbClr val="000000"/>
                </a:solidFill>
                <a:latin typeface="Tahoma" panose="020B0604030504040204" pitchFamily="34" charset="0"/>
              </a:defRPr>
            </a:lvl1pPr>
            <a:lvl2pPr marL="742950" indent="-285750">
              <a:spcBef>
                <a:spcPct val="20000"/>
              </a:spcBef>
              <a:spcAft>
                <a:spcPct val="50000"/>
              </a:spcAft>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9pPr>
          </a:lstStyle>
          <a:p>
            <a:pPr algn="l">
              <a:spcBef>
                <a:spcPct val="0"/>
              </a:spcBef>
              <a:spcAft>
                <a:spcPct val="0"/>
              </a:spcAft>
              <a:buClrTx/>
              <a:buSzTx/>
              <a:buFontTx/>
              <a:buNone/>
            </a:pPr>
            <a:r>
              <a:rPr lang="pt-BR" altLang="pt-BR" sz="2600"/>
              <a:t>%d</a:t>
            </a:r>
            <a:r>
              <a:rPr lang="pt-BR" altLang="pt-BR" sz="2600" b="1"/>
              <a:t>/</a:t>
            </a:r>
            <a:r>
              <a:rPr lang="pt-BR" altLang="pt-BR" sz="2600"/>
              <a:t>%d</a:t>
            </a:r>
            <a:r>
              <a:rPr lang="pt-BR" altLang="pt-BR" sz="2600" b="1"/>
              <a:t>/</a:t>
            </a:r>
            <a:r>
              <a:rPr lang="pt-BR" altLang="pt-BR" sz="2600"/>
              <a:t>%d</a:t>
            </a:r>
          </a:p>
        </p:txBody>
      </p:sp>
      <p:sp>
        <p:nvSpPr>
          <p:cNvPr id="92166" name="Retângulo 5">
            <a:extLst>
              <a:ext uri="{FF2B5EF4-FFF2-40B4-BE49-F238E27FC236}">
                <a16:creationId xmlns:a16="http://schemas.microsoft.com/office/drawing/2014/main" id="{AA387954-3AF3-4773-17BA-4D0E6592C257}"/>
              </a:ext>
            </a:extLst>
          </p:cNvPr>
          <p:cNvSpPr>
            <a:spLocks noChangeArrowheads="1"/>
          </p:cNvSpPr>
          <p:nvPr/>
        </p:nvSpPr>
        <p:spPr bwMode="auto">
          <a:xfrm>
            <a:off x="5064125" y="4284664"/>
            <a:ext cx="2001838" cy="49212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spcBef>
                <a:spcPct val="20000"/>
              </a:spcBef>
              <a:spcAft>
                <a:spcPct val="50000"/>
              </a:spcAft>
              <a:buClr>
                <a:schemeClr val="hlink"/>
              </a:buClr>
              <a:buSzPct val="65000"/>
              <a:buFont typeface="Wingdings" panose="05000000000000000000" pitchFamily="2" charset="2"/>
              <a:defRPr>
                <a:solidFill>
                  <a:srgbClr val="000000"/>
                </a:solidFill>
                <a:latin typeface="Tahoma" panose="020B0604030504040204" pitchFamily="34" charset="0"/>
              </a:defRPr>
            </a:lvl1pPr>
            <a:lvl2pPr marL="742950" indent="-285750">
              <a:spcBef>
                <a:spcPct val="20000"/>
              </a:spcBef>
              <a:spcAft>
                <a:spcPct val="50000"/>
              </a:spcAft>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9pPr>
          </a:lstStyle>
          <a:p>
            <a:pPr algn="l">
              <a:spcBef>
                <a:spcPct val="0"/>
              </a:spcBef>
              <a:spcAft>
                <a:spcPct val="0"/>
              </a:spcAft>
              <a:buClrTx/>
              <a:buSzTx/>
              <a:buFontTx/>
              <a:buNone/>
            </a:pPr>
            <a:r>
              <a:rPr lang="pt-BR" altLang="pt-BR" sz="2600"/>
              <a:t>%d</a:t>
            </a:r>
            <a:r>
              <a:rPr lang="pt-BR" altLang="pt-BR" sz="2600" b="1"/>
              <a:t>-</a:t>
            </a:r>
            <a:r>
              <a:rPr lang="pt-BR" altLang="pt-BR" sz="2600"/>
              <a:t>%d</a:t>
            </a:r>
            <a:r>
              <a:rPr lang="pt-BR" altLang="pt-BR" sz="2600" b="1"/>
              <a:t>-</a:t>
            </a:r>
            <a:r>
              <a:rPr lang="pt-BR" altLang="pt-BR" sz="2600"/>
              <a:t>%d</a:t>
            </a:r>
          </a:p>
        </p:txBody>
      </p:sp>
      <p:sp>
        <p:nvSpPr>
          <p:cNvPr id="92167" name="Retângulo 6">
            <a:extLst>
              <a:ext uri="{FF2B5EF4-FFF2-40B4-BE49-F238E27FC236}">
                <a16:creationId xmlns:a16="http://schemas.microsoft.com/office/drawing/2014/main" id="{27920592-96A6-D2C3-B3C3-A79325092943}"/>
              </a:ext>
            </a:extLst>
          </p:cNvPr>
          <p:cNvSpPr>
            <a:spLocks noChangeArrowheads="1"/>
          </p:cNvSpPr>
          <p:nvPr/>
        </p:nvSpPr>
        <p:spPr bwMode="auto">
          <a:xfrm>
            <a:off x="5094288" y="5037139"/>
            <a:ext cx="1916112" cy="49212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spcBef>
                <a:spcPct val="20000"/>
              </a:spcBef>
              <a:spcAft>
                <a:spcPct val="50000"/>
              </a:spcAft>
              <a:buClr>
                <a:schemeClr val="hlink"/>
              </a:buClr>
              <a:buSzPct val="65000"/>
              <a:buFont typeface="Wingdings" panose="05000000000000000000" pitchFamily="2" charset="2"/>
              <a:defRPr>
                <a:solidFill>
                  <a:srgbClr val="000000"/>
                </a:solidFill>
                <a:latin typeface="Tahoma" panose="020B0604030504040204" pitchFamily="34" charset="0"/>
              </a:defRPr>
            </a:lvl1pPr>
            <a:lvl2pPr marL="742950" indent="-285750">
              <a:spcBef>
                <a:spcPct val="20000"/>
              </a:spcBef>
              <a:spcAft>
                <a:spcPct val="50000"/>
              </a:spcAft>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1600">
                <a:solidFill>
                  <a:srgbClr val="000000"/>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1600">
                <a:solidFill>
                  <a:srgbClr val="000000"/>
                </a:solidFill>
                <a:latin typeface="Tahoma" panose="020B0604030504040204" pitchFamily="34" charset="0"/>
              </a:defRPr>
            </a:lvl9pPr>
          </a:lstStyle>
          <a:p>
            <a:pPr algn="l">
              <a:spcBef>
                <a:spcPct val="0"/>
              </a:spcBef>
              <a:spcAft>
                <a:spcPct val="0"/>
              </a:spcAft>
              <a:buClrTx/>
              <a:buSzTx/>
              <a:buFontTx/>
              <a:buNone/>
            </a:pPr>
            <a:r>
              <a:rPr lang="pt-BR" altLang="pt-BR" sz="2600"/>
              <a:t>%d</a:t>
            </a:r>
            <a:r>
              <a:rPr lang="pt-BR" altLang="pt-BR" sz="2600" b="1"/>
              <a:t> </a:t>
            </a:r>
            <a:r>
              <a:rPr lang="pt-BR" altLang="pt-BR" sz="2600"/>
              <a:t>%d %d</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1F96AB4-E971-2F23-3DC7-612DE65F213F}"/>
              </a:ext>
            </a:extLst>
          </p:cNvPr>
          <p:cNvSpPr>
            <a:spLocks noGrp="1"/>
          </p:cNvSpPr>
          <p:nvPr>
            <p:ph type="title"/>
          </p:nvPr>
        </p:nvSpPr>
        <p:spPr/>
        <p:txBody>
          <a:bodyPr/>
          <a:lstStyle/>
          <a:p>
            <a:pPr>
              <a:defRPr/>
            </a:pPr>
            <a:r>
              <a:rPr lang="pt-BR" dirty="0"/>
              <a:t>Exercício</a:t>
            </a:r>
          </a:p>
        </p:txBody>
      </p:sp>
      <p:sp>
        <p:nvSpPr>
          <p:cNvPr id="3" name="Espaço Reservado para Conteúdo 2">
            <a:extLst>
              <a:ext uri="{FF2B5EF4-FFF2-40B4-BE49-F238E27FC236}">
                <a16:creationId xmlns:a16="http://schemas.microsoft.com/office/drawing/2014/main" id="{8BA939EA-54C9-77DB-2148-7F057E182E94}"/>
              </a:ext>
            </a:extLst>
          </p:cNvPr>
          <p:cNvSpPr>
            <a:spLocks noGrp="1"/>
          </p:cNvSpPr>
          <p:nvPr>
            <p:ph idx="1"/>
          </p:nvPr>
        </p:nvSpPr>
        <p:spPr/>
        <p:txBody>
          <a:bodyPr/>
          <a:lstStyle/>
          <a:p>
            <a:pPr>
              <a:defRPr/>
            </a:pPr>
            <a:r>
              <a:rPr lang="pt-BR" dirty="0">
                <a:effectLst/>
              </a:rPr>
              <a:t>Exercício de LTP sobre os conceitos de estruturas de dados (</a:t>
            </a:r>
            <a:r>
              <a:rPr lang="pt-BR" dirty="0" err="1">
                <a:effectLst/>
              </a:rPr>
              <a:t>Struct</a:t>
            </a:r>
            <a:r>
              <a:rPr lang="pt-BR" dirty="0">
                <a:effectLst/>
              </a:rPr>
              <a:t>),</a:t>
            </a:r>
          </a:p>
          <a:p>
            <a:pPr>
              <a:defRPr/>
            </a:pPr>
            <a:r>
              <a:rPr lang="pt-BR" dirty="0">
                <a:effectLst/>
              </a:rPr>
              <a:t> Faça um programa em linguagem C seguindo os seguintes requisitos abaixo:</a:t>
            </a:r>
          </a:p>
          <a:p>
            <a:pPr>
              <a:defRPr/>
            </a:pPr>
            <a:r>
              <a:rPr lang="pt-BR" dirty="0">
                <a:effectLst/>
              </a:rPr>
              <a:t>Crie uma estrutura de dados com os seguintes campos:</a:t>
            </a:r>
          </a:p>
          <a:p>
            <a:pPr lvl="1">
              <a:defRPr/>
            </a:pPr>
            <a:r>
              <a:rPr lang="pt-BR" dirty="0">
                <a:effectLst/>
              </a:rPr>
              <a:t>Matrícula (variável do tipo </a:t>
            </a:r>
            <a:r>
              <a:rPr lang="pt-BR" dirty="0" err="1">
                <a:effectLst/>
              </a:rPr>
              <a:t>int</a:t>
            </a:r>
            <a:r>
              <a:rPr lang="pt-BR" dirty="0">
                <a:effectLst/>
              </a:rPr>
              <a:t>)</a:t>
            </a:r>
          </a:p>
          <a:p>
            <a:pPr lvl="1">
              <a:defRPr/>
            </a:pPr>
            <a:r>
              <a:rPr lang="pt-BR" dirty="0">
                <a:effectLst/>
              </a:rPr>
              <a:t>Nome do </a:t>
            </a:r>
            <a:r>
              <a:rPr lang="pt-BR" dirty="0" err="1">
                <a:effectLst/>
              </a:rPr>
              <a:t>Funcionario</a:t>
            </a:r>
            <a:r>
              <a:rPr lang="pt-BR" dirty="0">
                <a:effectLst/>
              </a:rPr>
              <a:t> (variável do tipo </a:t>
            </a:r>
            <a:r>
              <a:rPr lang="pt-BR" dirty="0" err="1">
                <a:effectLst/>
              </a:rPr>
              <a:t>string</a:t>
            </a:r>
            <a:r>
              <a:rPr lang="pt-BR" dirty="0">
                <a:effectLst/>
              </a:rPr>
              <a:t>)</a:t>
            </a:r>
          </a:p>
          <a:p>
            <a:pPr lvl="1">
              <a:defRPr/>
            </a:pPr>
            <a:r>
              <a:rPr lang="pt-BR" dirty="0">
                <a:effectLst/>
              </a:rPr>
              <a:t>Salario (variável do tipo </a:t>
            </a:r>
            <a:r>
              <a:rPr lang="pt-BR" dirty="0" err="1">
                <a:effectLst/>
              </a:rPr>
              <a:t>float</a:t>
            </a:r>
            <a:r>
              <a:rPr lang="pt-BR" dirty="0">
                <a:effectLst/>
              </a:rPr>
              <a:t>)</a:t>
            </a:r>
          </a:p>
          <a:p>
            <a:pPr lvl="1">
              <a:defRPr/>
            </a:pPr>
            <a:r>
              <a:rPr lang="pt-BR" dirty="0">
                <a:effectLst/>
              </a:rPr>
              <a:t>Endereço do funcionário contendo o nome da rua (variável do tipo </a:t>
            </a:r>
            <a:r>
              <a:rPr lang="pt-BR" dirty="0" err="1">
                <a:effectLst/>
              </a:rPr>
              <a:t>string</a:t>
            </a:r>
            <a:r>
              <a:rPr lang="pt-BR" dirty="0">
                <a:effectLst/>
              </a:rPr>
              <a:t>)</a:t>
            </a:r>
          </a:p>
          <a:p>
            <a:pPr lvl="1">
              <a:defRPr/>
            </a:pPr>
            <a:r>
              <a:rPr lang="pt-BR" dirty="0">
                <a:effectLst/>
              </a:rPr>
              <a:t>Numero da casa (variável do tipo </a:t>
            </a:r>
            <a:r>
              <a:rPr lang="pt-BR" dirty="0" err="1">
                <a:effectLst/>
              </a:rPr>
              <a:t>int</a:t>
            </a:r>
            <a:r>
              <a:rPr lang="pt-BR" dirty="0">
                <a:effectLst/>
              </a:rPr>
              <a:t>)</a:t>
            </a:r>
          </a:p>
          <a:p>
            <a:pPr>
              <a:defRPr/>
            </a:pPr>
            <a:r>
              <a:rPr lang="pt-BR" dirty="0">
                <a:effectLst/>
              </a:rPr>
              <a:t>Essa estrutura deverá cadastrar dois funcionários diferentes</a:t>
            </a:r>
          </a:p>
          <a:p>
            <a:pPr>
              <a:defRPr/>
            </a:pPr>
            <a:endParaRPr lang="pt-BR" dirty="0"/>
          </a:p>
        </p:txBody>
      </p:sp>
      <p:sp>
        <p:nvSpPr>
          <p:cNvPr id="4" name="Espaço Reservado para Número de Slide 3">
            <a:extLst>
              <a:ext uri="{FF2B5EF4-FFF2-40B4-BE49-F238E27FC236}">
                <a16:creationId xmlns:a16="http://schemas.microsoft.com/office/drawing/2014/main" id="{216FA507-2DAD-FF9B-0CA4-986D77F9CE2F}"/>
              </a:ext>
            </a:extLst>
          </p:cNvPr>
          <p:cNvSpPr>
            <a:spLocks noGrp="1"/>
          </p:cNvSpPr>
          <p:nvPr>
            <p:ph type="sldNum" sz="quarter" idx="12"/>
          </p:nvPr>
        </p:nvSpPr>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defRPr/>
            </a:pPr>
            <a:fld id="{6F99D849-E8B3-495F-BE81-FF1EBF2F1677}" type="slidenum">
              <a:rPr lang="pt-BR" altLang="pt-BR" smtClean="0">
                <a:solidFill>
                  <a:srgbClr val="000000"/>
                </a:solidFill>
                <a:latin typeface="Arial" panose="020B0604020202020204" pitchFamily="34" charset="0"/>
              </a:rPr>
              <a:pPr>
                <a:defRPr/>
              </a:pPr>
              <a:t>49</a:t>
            </a:fld>
            <a:endParaRPr lang="pt-BR" altLang="pt-BR">
              <a:solidFill>
                <a:srgbClr val="000000"/>
              </a:solidFill>
              <a:latin typeface="Arial" panose="020B0604020202020204" pitchFamily="34"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355813-B0BF-CC12-5D76-FB49188C6B81}"/>
              </a:ext>
            </a:extLst>
          </p:cNvPr>
          <p:cNvSpPr>
            <a:spLocks noGrp="1"/>
          </p:cNvSpPr>
          <p:nvPr>
            <p:ph type="title"/>
          </p:nvPr>
        </p:nvSpPr>
        <p:spPr/>
        <p:txBody>
          <a:bodyPr/>
          <a:lstStyle/>
          <a:p>
            <a:pPr>
              <a:defRPr/>
            </a:pPr>
            <a:r>
              <a:rPr lang="pt-BR" dirty="0"/>
              <a:t>Exercício</a:t>
            </a:r>
          </a:p>
        </p:txBody>
      </p:sp>
      <p:sp>
        <p:nvSpPr>
          <p:cNvPr id="3" name="Espaço Reservado para Conteúdo 2">
            <a:extLst>
              <a:ext uri="{FF2B5EF4-FFF2-40B4-BE49-F238E27FC236}">
                <a16:creationId xmlns:a16="http://schemas.microsoft.com/office/drawing/2014/main" id="{56F1EF2D-D2E0-D545-BB69-E4DC80B975F6}"/>
              </a:ext>
            </a:extLst>
          </p:cNvPr>
          <p:cNvSpPr>
            <a:spLocks noGrp="1"/>
          </p:cNvSpPr>
          <p:nvPr>
            <p:ph idx="1"/>
          </p:nvPr>
        </p:nvSpPr>
        <p:spPr/>
        <p:txBody>
          <a:bodyPr/>
          <a:lstStyle/>
          <a:p>
            <a:pPr>
              <a:defRPr/>
            </a:pPr>
            <a:r>
              <a:rPr lang="pt-BR" dirty="0">
                <a:effectLst/>
              </a:rPr>
              <a:t>Modifique o exercício anterior colocando o endereço do funcionário em uma estrutura filha</a:t>
            </a:r>
          </a:p>
          <a:p>
            <a:pPr lvl="1">
              <a:defRPr/>
            </a:pPr>
            <a:r>
              <a:rPr lang="pt-BR" dirty="0">
                <a:effectLst/>
              </a:rPr>
              <a:t>Matrícula (variável do tipo </a:t>
            </a:r>
            <a:r>
              <a:rPr lang="pt-BR" dirty="0" err="1">
                <a:effectLst/>
              </a:rPr>
              <a:t>int</a:t>
            </a:r>
            <a:r>
              <a:rPr lang="pt-BR" dirty="0">
                <a:effectLst/>
              </a:rPr>
              <a:t>)</a:t>
            </a:r>
          </a:p>
          <a:p>
            <a:pPr lvl="1">
              <a:defRPr/>
            </a:pPr>
            <a:r>
              <a:rPr lang="pt-BR" dirty="0">
                <a:effectLst/>
              </a:rPr>
              <a:t>Nome do </a:t>
            </a:r>
            <a:r>
              <a:rPr lang="pt-BR" dirty="0" err="1">
                <a:effectLst/>
              </a:rPr>
              <a:t>Funcionario</a:t>
            </a:r>
            <a:r>
              <a:rPr lang="pt-BR" dirty="0">
                <a:effectLst/>
              </a:rPr>
              <a:t> (variável do tipo </a:t>
            </a:r>
            <a:r>
              <a:rPr lang="pt-BR" dirty="0" err="1">
                <a:effectLst/>
              </a:rPr>
              <a:t>string</a:t>
            </a:r>
            <a:r>
              <a:rPr lang="pt-BR" dirty="0">
                <a:effectLst/>
              </a:rPr>
              <a:t>)</a:t>
            </a:r>
          </a:p>
          <a:p>
            <a:pPr lvl="1">
              <a:defRPr/>
            </a:pPr>
            <a:r>
              <a:rPr lang="pt-BR" dirty="0">
                <a:effectLst/>
              </a:rPr>
              <a:t>Salario (variável do tipo </a:t>
            </a:r>
            <a:r>
              <a:rPr lang="pt-BR" dirty="0" err="1">
                <a:effectLst/>
              </a:rPr>
              <a:t>float</a:t>
            </a:r>
            <a:r>
              <a:rPr lang="pt-BR" dirty="0">
                <a:effectLst/>
              </a:rPr>
              <a:t>)</a:t>
            </a:r>
          </a:p>
          <a:p>
            <a:pPr lvl="1">
              <a:defRPr/>
            </a:pPr>
            <a:r>
              <a:rPr lang="pt-BR" b="1" dirty="0">
                <a:effectLst/>
              </a:rPr>
              <a:t>Estrutura Endereço </a:t>
            </a:r>
            <a:r>
              <a:rPr lang="pt-BR" dirty="0">
                <a:effectLst/>
              </a:rPr>
              <a:t>contendo o nome da rua (variável do tipo </a:t>
            </a:r>
            <a:r>
              <a:rPr lang="pt-BR" dirty="0" err="1">
                <a:effectLst/>
              </a:rPr>
              <a:t>string</a:t>
            </a:r>
            <a:r>
              <a:rPr lang="pt-BR" dirty="0">
                <a:effectLst/>
              </a:rPr>
              <a:t>)</a:t>
            </a:r>
          </a:p>
          <a:p>
            <a:pPr lvl="1">
              <a:defRPr/>
            </a:pPr>
            <a:r>
              <a:rPr lang="pt-BR" b="1" dirty="0">
                <a:effectLst/>
              </a:rPr>
              <a:t>Estrutura Endereço </a:t>
            </a:r>
            <a:r>
              <a:rPr lang="pt-BR" dirty="0">
                <a:effectLst/>
              </a:rPr>
              <a:t>contendo o número da casa (variável do tipo </a:t>
            </a:r>
            <a:r>
              <a:rPr lang="pt-BR" dirty="0" err="1">
                <a:effectLst/>
              </a:rPr>
              <a:t>int</a:t>
            </a:r>
            <a:r>
              <a:rPr lang="pt-BR" dirty="0">
                <a:effectLst/>
              </a:rPr>
              <a:t>)</a:t>
            </a:r>
          </a:p>
          <a:p>
            <a:pPr>
              <a:defRPr/>
            </a:pPr>
            <a:r>
              <a:rPr lang="pt-BR" dirty="0">
                <a:effectLst/>
              </a:rPr>
              <a:t>Essa estrutura deverá cadastrar dois funcionários diferentes</a:t>
            </a:r>
          </a:p>
          <a:p>
            <a:pPr>
              <a:defRPr/>
            </a:pPr>
            <a:endParaRPr lang="pt-BR" dirty="0"/>
          </a:p>
        </p:txBody>
      </p:sp>
      <p:sp>
        <p:nvSpPr>
          <p:cNvPr id="4" name="Espaço Reservado para Número de Slide 3">
            <a:extLst>
              <a:ext uri="{FF2B5EF4-FFF2-40B4-BE49-F238E27FC236}">
                <a16:creationId xmlns:a16="http://schemas.microsoft.com/office/drawing/2014/main" id="{3B222A75-ECC1-917A-2152-2158F70EB15E}"/>
              </a:ext>
            </a:extLst>
          </p:cNvPr>
          <p:cNvSpPr>
            <a:spLocks noGrp="1"/>
          </p:cNvSpPr>
          <p:nvPr>
            <p:ph type="sldNum" sz="quarter" idx="12"/>
          </p:nvPr>
        </p:nvSpPr>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defRPr/>
            </a:pPr>
            <a:fld id="{69D7B963-31AA-4952-BE32-60C5EEF9AFB6}" type="slidenum">
              <a:rPr lang="pt-BR" altLang="pt-BR" smtClean="0">
                <a:solidFill>
                  <a:srgbClr val="000000"/>
                </a:solidFill>
                <a:latin typeface="Arial" panose="020B0604020202020204" pitchFamily="34" charset="0"/>
              </a:rPr>
              <a:pPr>
                <a:defRPr/>
              </a:pPr>
              <a:t>50</a:t>
            </a:fld>
            <a:endParaRPr lang="pt-BR" altLang="pt-BR">
              <a:solidFill>
                <a:srgbClr val="000000"/>
              </a:solidFill>
              <a:latin typeface="Arial" panose="020B0604020202020204" pitchFamily="34"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49BCE0-EC45-CF60-2E1D-9762AF12703F}"/>
              </a:ext>
            </a:extLst>
          </p:cNvPr>
          <p:cNvSpPr>
            <a:spLocks noGrp="1"/>
          </p:cNvSpPr>
          <p:nvPr>
            <p:ph type="title"/>
          </p:nvPr>
        </p:nvSpPr>
        <p:spPr/>
        <p:txBody>
          <a:bodyPr/>
          <a:lstStyle/>
          <a:p>
            <a:pPr>
              <a:defRPr/>
            </a:pPr>
            <a:endParaRPr lang="pt-BR"/>
          </a:p>
        </p:txBody>
      </p:sp>
      <p:sp>
        <p:nvSpPr>
          <p:cNvPr id="3" name="Espaço Reservado para Conteúdo 2">
            <a:extLst>
              <a:ext uri="{FF2B5EF4-FFF2-40B4-BE49-F238E27FC236}">
                <a16:creationId xmlns:a16="http://schemas.microsoft.com/office/drawing/2014/main" id="{3AA12701-41AE-51AE-47BF-B915DB00951C}"/>
              </a:ext>
            </a:extLst>
          </p:cNvPr>
          <p:cNvSpPr>
            <a:spLocks noGrp="1"/>
          </p:cNvSpPr>
          <p:nvPr>
            <p:ph idx="1"/>
          </p:nvPr>
        </p:nvSpPr>
        <p:spPr/>
        <p:txBody>
          <a:bodyPr/>
          <a:lstStyle/>
          <a:p>
            <a:pPr>
              <a:defRPr/>
            </a:pPr>
            <a:endParaRPr lang="pt-BR"/>
          </a:p>
        </p:txBody>
      </p:sp>
      <p:sp>
        <p:nvSpPr>
          <p:cNvPr id="4" name="Espaço Reservado para Número de Slide 3">
            <a:extLst>
              <a:ext uri="{FF2B5EF4-FFF2-40B4-BE49-F238E27FC236}">
                <a16:creationId xmlns:a16="http://schemas.microsoft.com/office/drawing/2014/main" id="{2C19B2C1-4D93-EA6F-3C86-2B39FA1AE96D}"/>
              </a:ext>
            </a:extLst>
          </p:cNvPr>
          <p:cNvSpPr>
            <a:spLocks noGrp="1"/>
          </p:cNvSpPr>
          <p:nvPr>
            <p:ph type="sldNum" sz="quarter" idx="12"/>
          </p:nvPr>
        </p:nvSpPr>
        <p:spPr/>
        <p:txBody>
          <a:bodyPr/>
          <a:lstStyle/>
          <a:p>
            <a:pPr>
              <a:defRPr/>
            </a:pPr>
            <a:fld id="{3017AC4F-E57A-4646-B672-B44402808E64}" type="slidenum">
              <a:rPr lang="pt-BR" altLang="pt-BR" smtClean="0"/>
              <a:pPr>
                <a:defRPr/>
              </a:pPr>
              <a:t>51</a:t>
            </a:fld>
            <a:endParaRPr lang="pt-BR" altLang="pt-BR"/>
          </a:p>
        </p:txBody>
      </p:sp>
      <p:pic>
        <p:nvPicPr>
          <p:cNvPr id="95237" name="Imagem 5">
            <a:extLst>
              <a:ext uri="{FF2B5EF4-FFF2-40B4-BE49-F238E27FC236}">
                <a16:creationId xmlns:a16="http://schemas.microsoft.com/office/drawing/2014/main" id="{728BB65B-244B-78C2-590C-946951A873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16276" y="658814"/>
            <a:ext cx="5946775" cy="6078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Número de Slide 1">
            <a:extLst>
              <a:ext uri="{FF2B5EF4-FFF2-40B4-BE49-F238E27FC236}">
                <a16:creationId xmlns:a16="http://schemas.microsoft.com/office/drawing/2014/main" id="{8C045A38-5197-B381-7C89-FFAE099E7948}"/>
              </a:ext>
            </a:extLst>
          </p:cNvPr>
          <p:cNvSpPr>
            <a:spLocks noGrp="1"/>
          </p:cNvSpPr>
          <p:nvPr>
            <p:ph type="sldNum" sz="quarter" idx="12"/>
          </p:nvPr>
        </p:nvSpPr>
        <p:spPr/>
        <p:txBody>
          <a:bodyPr/>
          <a:lstStyle/>
          <a:p>
            <a:pPr>
              <a:defRPr/>
            </a:pPr>
            <a:fld id="{4C774A18-D5B6-4777-89CA-158455C2BCCA}" type="slidenum">
              <a:rPr lang="pt-BR" altLang="pt-BR" smtClean="0"/>
              <a:pPr>
                <a:defRPr/>
              </a:pPr>
              <a:t>52</a:t>
            </a:fld>
            <a:endParaRPr lang="pt-BR" altLang="pt-BR"/>
          </a:p>
        </p:txBody>
      </p:sp>
      <p:sp>
        <p:nvSpPr>
          <p:cNvPr id="4" name="CaixaDeTexto 3">
            <a:extLst>
              <a:ext uri="{FF2B5EF4-FFF2-40B4-BE49-F238E27FC236}">
                <a16:creationId xmlns:a16="http://schemas.microsoft.com/office/drawing/2014/main" id="{7B0EC30C-F0FA-CEBA-08C9-776779F55C89}"/>
              </a:ext>
            </a:extLst>
          </p:cNvPr>
          <p:cNvSpPr txBox="1"/>
          <p:nvPr/>
        </p:nvSpPr>
        <p:spPr>
          <a:xfrm>
            <a:off x="1648138" y="1052737"/>
            <a:ext cx="4591878" cy="5632311"/>
          </a:xfrm>
          <a:prstGeom prst="rect">
            <a:avLst/>
          </a:prstGeom>
          <a:solidFill>
            <a:schemeClr val="bg1">
              <a:lumMod val="50000"/>
            </a:schemeClr>
          </a:solidFill>
          <a:ln>
            <a:solidFill>
              <a:schemeClr val="accent1"/>
            </a:solidFill>
          </a:ln>
        </p:spPr>
        <p:txBody>
          <a:bodyPr wrap="square">
            <a:spAutoFit/>
          </a:bodyPr>
          <a:lstStyle/>
          <a:p>
            <a:r>
              <a:rPr lang="pt-BR" sz="1000" dirty="0"/>
              <a:t>#include &lt;</a:t>
            </a:r>
            <a:r>
              <a:rPr lang="pt-BR" sz="1000" dirty="0" err="1"/>
              <a:t>conio.h</a:t>
            </a:r>
            <a:r>
              <a:rPr lang="pt-BR" sz="1000" dirty="0"/>
              <a:t>&gt;</a:t>
            </a:r>
          </a:p>
          <a:p>
            <a:r>
              <a:rPr lang="pt-BR" sz="1000" dirty="0"/>
              <a:t>#include &lt;</a:t>
            </a:r>
            <a:r>
              <a:rPr lang="pt-BR" sz="1000" dirty="0" err="1"/>
              <a:t>stdio.h</a:t>
            </a:r>
            <a:r>
              <a:rPr lang="pt-BR" sz="1000" dirty="0"/>
              <a:t>&gt;</a:t>
            </a:r>
          </a:p>
          <a:p>
            <a:r>
              <a:rPr lang="pt-BR" sz="1000" dirty="0"/>
              <a:t>#include &lt;</a:t>
            </a:r>
            <a:r>
              <a:rPr lang="pt-BR" sz="1000" dirty="0" err="1"/>
              <a:t>stdlib.h</a:t>
            </a:r>
            <a:r>
              <a:rPr lang="pt-BR" sz="1000" dirty="0"/>
              <a:t>&gt;</a:t>
            </a:r>
          </a:p>
          <a:p>
            <a:r>
              <a:rPr lang="pt-BR" sz="1000" dirty="0"/>
              <a:t>#include &lt;</a:t>
            </a:r>
            <a:r>
              <a:rPr lang="pt-BR" sz="1000" dirty="0" err="1"/>
              <a:t>locale.h</a:t>
            </a:r>
            <a:r>
              <a:rPr lang="pt-BR" sz="1000" dirty="0"/>
              <a:t>&gt;</a:t>
            </a:r>
          </a:p>
          <a:p>
            <a:r>
              <a:rPr lang="pt-BR" sz="1000" dirty="0" err="1"/>
              <a:t>struct</a:t>
            </a:r>
            <a:r>
              <a:rPr lang="pt-BR" sz="1000" dirty="0"/>
              <a:t> </a:t>
            </a:r>
            <a:r>
              <a:rPr lang="pt-BR" sz="1000" dirty="0" err="1"/>
              <a:t>est_endereco</a:t>
            </a:r>
            <a:r>
              <a:rPr lang="pt-BR" sz="1000" dirty="0"/>
              <a:t>{</a:t>
            </a:r>
          </a:p>
          <a:p>
            <a:r>
              <a:rPr lang="pt-BR" sz="1000" dirty="0"/>
              <a:t>char rua[50];</a:t>
            </a:r>
          </a:p>
          <a:p>
            <a:r>
              <a:rPr lang="pt-BR" sz="1000" dirty="0" err="1"/>
              <a:t>int</a:t>
            </a:r>
            <a:r>
              <a:rPr lang="pt-BR" sz="1000" dirty="0"/>
              <a:t> numero;</a:t>
            </a:r>
          </a:p>
          <a:p>
            <a:r>
              <a:rPr lang="pt-BR" sz="1000" dirty="0"/>
              <a:t>};</a:t>
            </a:r>
          </a:p>
          <a:p>
            <a:r>
              <a:rPr lang="pt-BR" sz="1000" dirty="0" err="1"/>
              <a:t>struct</a:t>
            </a:r>
            <a:r>
              <a:rPr lang="pt-BR" sz="1000" dirty="0"/>
              <a:t> ficha{</a:t>
            </a:r>
          </a:p>
          <a:p>
            <a:r>
              <a:rPr lang="pt-BR" sz="1000" dirty="0" err="1"/>
              <a:t>int</a:t>
            </a:r>
            <a:r>
              <a:rPr lang="pt-BR" sz="1000" dirty="0"/>
              <a:t> matricula;</a:t>
            </a:r>
          </a:p>
          <a:p>
            <a:r>
              <a:rPr lang="pt-BR" sz="1000" dirty="0"/>
              <a:t>char nome [45];</a:t>
            </a:r>
          </a:p>
          <a:p>
            <a:r>
              <a:rPr lang="pt-BR" sz="1000" dirty="0" err="1"/>
              <a:t>float</a:t>
            </a:r>
            <a:r>
              <a:rPr lang="pt-BR" sz="1000" dirty="0"/>
              <a:t> salario;</a:t>
            </a:r>
          </a:p>
          <a:p>
            <a:r>
              <a:rPr lang="pt-BR" sz="1000" dirty="0" err="1"/>
              <a:t>struct</a:t>
            </a:r>
            <a:r>
              <a:rPr lang="pt-BR" sz="1000" dirty="0"/>
              <a:t> </a:t>
            </a:r>
            <a:r>
              <a:rPr lang="pt-BR" sz="1000" dirty="0" err="1"/>
              <a:t>est_endereco</a:t>
            </a:r>
            <a:r>
              <a:rPr lang="pt-BR" sz="1000" dirty="0"/>
              <a:t> </a:t>
            </a:r>
            <a:r>
              <a:rPr lang="pt-BR" sz="1000" dirty="0" err="1"/>
              <a:t>endereco</a:t>
            </a:r>
            <a:r>
              <a:rPr lang="pt-BR" sz="1000" dirty="0"/>
              <a:t>;};</a:t>
            </a:r>
          </a:p>
          <a:p>
            <a:r>
              <a:rPr lang="pt-BR" sz="1000" dirty="0" err="1"/>
              <a:t>int</a:t>
            </a:r>
            <a:r>
              <a:rPr lang="pt-BR" sz="1000" dirty="0"/>
              <a:t> </a:t>
            </a:r>
            <a:r>
              <a:rPr lang="pt-BR" sz="1000" dirty="0" err="1"/>
              <a:t>main</a:t>
            </a:r>
            <a:r>
              <a:rPr lang="pt-BR" sz="1000" dirty="0"/>
              <a:t>(){</a:t>
            </a:r>
          </a:p>
          <a:p>
            <a:r>
              <a:rPr lang="pt-BR" sz="1000" dirty="0"/>
              <a:t>    </a:t>
            </a:r>
            <a:r>
              <a:rPr lang="pt-BR" sz="1000" dirty="0" err="1"/>
              <a:t>setlocale</a:t>
            </a:r>
            <a:r>
              <a:rPr lang="pt-BR" sz="1000" dirty="0"/>
              <a:t>(LC_ALL,"</a:t>
            </a:r>
            <a:r>
              <a:rPr lang="pt-BR" sz="1000" dirty="0" err="1"/>
              <a:t>portuguese</a:t>
            </a:r>
            <a:r>
              <a:rPr lang="pt-BR" sz="1000" dirty="0"/>
              <a:t>");</a:t>
            </a:r>
          </a:p>
          <a:p>
            <a:r>
              <a:rPr lang="pt-BR" sz="1000" dirty="0"/>
              <a:t> </a:t>
            </a:r>
            <a:r>
              <a:rPr lang="pt-BR" sz="1000" dirty="0" err="1"/>
              <a:t>int</a:t>
            </a:r>
            <a:r>
              <a:rPr lang="pt-BR" sz="1000" dirty="0"/>
              <a:t> i;</a:t>
            </a:r>
          </a:p>
          <a:p>
            <a:r>
              <a:rPr lang="pt-BR" sz="1000" dirty="0"/>
              <a:t> </a:t>
            </a:r>
            <a:r>
              <a:rPr lang="pt-BR" sz="1000" dirty="0" err="1"/>
              <a:t>struct</a:t>
            </a:r>
            <a:r>
              <a:rPr lang="pt-BR" sz="1000" dirty="0"/>
              <a:t> ficha f1;</a:t>
            </a:r>
          </a:p>
          <a:p>
            <a:r>
              <a:rPr lang="pt-BR" sz="1000" dirty="0"/>
              <a:t> FILE *p;</a:t>
            </a:r>
          </a:p>
          <a:p>
            <a:r>
              <a:rPr lang="pt-BR" sz="1000" dirty="0"/>
              <a:t>char </a:t>
            </a:r>
            <a:r>
              <a:rPr lang="pt-BR" sz="1000" dirty="0" err="1"/>
              <a:t>str</a:t>
            </a:r>
            <a:r>
              <a:rPr lang="pt-BR" sz="1000" dirty="0"/>
              <a:t>[80],c;</a:t>
            </a:r>
          </a:p>
          <a:p>
            <a:r>
              <a:rPr lang="pt-BR" sz="1000" dirty="0"/>
              <a:t>p = </a:t>
            </a:r>
            <a:r>
              <a:rPr lang="pt-BR" sz="1000" dirty="0" err="1"/>
              <a:t>fopen</a:t>
            </a:r>
            <a:r>
              <a:rPr lang="pt-BR" sz="1000" dirty="0"/>
              <a:t>("Teste6.txt","w");</a:t>
            </a:r>
          </a:p>
          <a:p>
            <a:r>
              <a:rPr lang="pt-BR" sz="1000" dirty="0" err="1"/>
              <a:t>if</a:t>
            </a:r>
            <a:r>
              <a:rPr lang="pt-BR" sz="1000" dirty="0"/>
              <a:t> (!p)  {</a:t>
            </a:r>
          </a:p>
          <a:p>
            <a:r>
              <a:rPr lang="pt-BR" sz="1000" dirty="0"/>
              <a:t>     </a:t>
            </a:r>
            <a:r>
              <a:rPr lang="pt-BR" sz="1000" dirty="0" err="1"/>
              <a:t>printf</a:t>
            </a:r>
            <a:r>
              <a:rPr lang="pt-BR" sz="1000" dirty="0"/>
              <a:t>("Erro! Impossível abrir o arquivo!\n");</a:t>
            </a:r>
          </a:p>
          <a:p>
            <a:r>
              <a:rPr lang="pt-BR" sz="1000" dirty="0"/>
              <a:t>     </a:t>
            </a:r>
            <a:r>
              <a:rPr lang="pt-BR" sz="1000" dirty="0" err="1"/>
              <a:t>exit</a:t>
            </a:r>
            <a:r>
              <a:rPr lang="pt-BR" sz="1000" dirty="0"/>
              <a:t>(1);    </a:t>
            </a:r>
          </a:p>
          <a:p>
            <a:r>
              <a:rPr lang="pt-BR" sz="1000" dirty="0"/>
              <a:t>     }</a:t>
            </a:r>
          </a:p>
          <a:p>
            <a:r>
              <a:rPr lang="pt-BR" sz="1000" dirty="0"/>
              <a:t>   </a:t>
            </a:r>
            <a:r>
              <a:rPr lang="pt-BR" sz="1000" dirty="0" err="1"/>
              <a:t>printf</a:t>
            </a:r>
            <a:r>
              <a:rPr lang="pt-BR" sz="1000" dirty="0"/>
              <a:t>("Entre com a matrícula do funcionário: ");</a:t>
            </a:r>
          </a:p>
          <a:p>
            <a:r>
              <a:rPr lang="pt-BR" sz="1000" dirty="0"/>
              <a:t>   </a:t>
            </a:r>
            <a:r>
              <a:rPr lang="pt-BR" sz="1000" dirty="0" err="1"/>
              <a:t>scanf</a:t>
            </a:r>
            <a:r>
              <a:rPr lang="pt-BR" sz="1000" dirty="0"/>
              <a:t>("%d",&amp;f1.matricula);</a:t>
            </a:r>
          </a:p>
          <a:p>
            <a:r>
              <a:rPr lang="pt-BR" sz="1000" dirty="0"/>
              <a:t>   </a:t>
            </a:r>
            <a:r>
              <a:rPr lang="pt-BR" sz="1000" dirty="0" err="1"/>
              <a:t>printf</a:t>
            </a:r>
            <a:r>
              <a:rPr lang="pt-BR" sz="1000" dirty="0"/>
              <a:t>("\</a:t>
            </a:r>
            <a:r>
              <a:rPr lang="pt-BR" sz="1000" dirty="0" err="1"/>
              <a:t>nEntre</a:t>
            </a:r>
            <a:r>
              <a:rPr lang="pt-BR" sz="1000" dirty="0"/>
              <a:t> com o nome: ");</a:t>
            </a:r>
          </a:p>
          <a:p>
            <a:r>
              <a:rPr lang="pt-BR" sz="1000" dirty="0"/>
              <a:t>   </a:t>
            </a:r>
            <a:r>
              <a:rPr lang="pt-BR" sz="1000" dirty="0" err="1"/>
              <a:t>fflush</a:t>
            </a:r>
            <a:r>
              <a:rPr lang="pt-BR" sz="1000" dirty="0"/>
              <a:t>(</a:t>
            </a:r>
            <a:r>
              <a:rPr lang="pt-BR" sz="1000" dirty="0" err="1"/>
              <a:t>stdin</a:t>
            </a:r>
            <a:r>
              <a:rPr lang="pt-BR" sz="1000" dirty="0"/>
              <a:t>);</a:t>
            </a:r>
          </a:p>
          <a:p>
            <a:r>
              <a:rPr lang="pt-BR" sz="1000" dirty="0"/>
              <a:t>   </a:t>
            </a:r>
            <a:r>
              <a:rPr lang="pt-BR" sz="1000" dirty="0" err="1"/>
              <a:t>gets</a:t>
            </a:r>
            <a:r>
              <a:rPr lang="pt-BR" sz="1000" dirty="0"/>
              <a:t>(f1.nome);</a:t>
            </a:r>
          </a:p>
          <a:p>
            <a:r>
              <a:rPr lang="pt-BR" sz="1000" dirty="0"/>
              <a:t>   </a:t>
            </a:r>
            <a:r>
              <a:rPr lang="pt-BR" sz="1000" dirty="0" err="1"/>
              <a:t>printf</a:t>
            </a:r>
            <a:r>
              <a:rPr lang="pt-BR" sz="1000" dirty="0"/>
              <a:t>("\</a:t>
            </a:r>
            <a:r>
              <a:rPr lang="pt-BR" sz="1000" dirty="0" err="1"/>
              <a:t>nEntre</a:t>
            </a:r>
            <a:r>
              <a:rPr lang="pt-BR" sz="1000" dirty="0"/>
              <a:t> com o salário: ");</a:t>
            </a:r>
          </a:p>
          <a:p>
            <a:r>
              <a:rPr lang="pt-BR" sz="1000" dirty="0"/>
              <a:t>   </a:t>
            </a:r>
            <a:r>
              <a:rPr lang="pt-BR" sz="1000" dirty="0" err="1"/>
              <a:t>scanf</a:t>
            </a:r>
            <a:r>
              <a:rPr lang="pt-BR" sz="1000" dirty="0"/>
              <a:t>("%f",&amp;f1.salario);</a:t>
            </a:r>
          </a:p>
          <a:p>
            <a:r>
              <a:rPr lang="pt-BR" sz="1000" dirty="0"/>
              <a:t>   </a:t>
            </a:r>
            <a:r>
              <a:rPr lang="pt-BR" sz="1000" dirty="0" err="1"/>
              <a:t>printf</a:t>
            </a:r>
            <a:r>
              <a:rPr lang="pt-BR" sz="1000" dirty="0"/>
              <a:t>("\</a:t>
            </a:r>
            <a:r>
              <a:rPr lang="pt-BR" sz="1000" dirty="0" err="1"/>
              <a:t>nEntre</a:t>
            </a:r>
            <a:r>
              <a:rPr lang="pt-BR" sz="1000" dirty="0"/>
              <a:t> com a rua: ");</a:t>
            </a:r>
          </a:p>
          <a:p>
            <a:r>
              <a:rPr lang="pt-BR" sz="1000" dirty="0"/>
              <a:t>   </a:t>
            </a:r>
            <a:r>
              <a:rPr lang="pt-BR" sz="1000" dirty="0" err="1"/>
              <a:t>scanf</a:t>
            </a:r>
            <a:r>
              <a:rPr lang="pt-BR" sz="1000" dirty="0"/>
              <a:t>("%s",&amp;f1.endereco.rua);</a:t>
            </a:r>
          </a:p>
          <a:p>
            <a:r>
              <a:rPr lang="pt-BR" sz="1000" dirty="0"/>
              <a:t>   </a:t>
            </a:r>
            <a:r>
              <a:rPr lang="pt-BR" sz="1000" dirty="0" err="1"/>
              <a:t>printf</a:t>
            </a:r>
            <a:r>
              <a:rPr lang="pt-BR" sz="1000" dirty="0"/>
              <a:t>("\</a:t>
            </a:r>
            <a:r>
              <a:rPr lang="pt-BR" sz="1000" dirty="0" err="1"/>
              <a:t>nEntre</a:t>
            </a:r>
            <a:r>
              <a:rPr lang="pt-BR" sz="1000" dirty="0"/>
              <a:t> com o número: ");</a:t>
            </a:r>
          </a:p>
          <a:p>
            <a:r>
              <a:rPr lang="pt-BR" sz="1000" dirty="0"/>
              <a:t>   </a:t>
            </a:r>
            <a:r>
              <a:rPr lang="pt-BR" sz="1000" dirty="0" err="1"/>
              <a:t>scanf</a:t>
            </a:r>
            <a:r>
              <a:rPr lang="pt-BR" sz="1000" dirty="0"/>
              <a:t>("%d",&amp;f1.endereco.numero);</a:t>
            </a:r>
          </a:p>
          <a:p>
            <a:r>
              <a:rPr lang="pt-BR" sz="1000" dirty="0"/>
              <a:t>   </a:t>
            </a:r>
          </a:p>
        </p:txBody>
      </p:sp>
      <p:sp>
        <p:nvSpPr>
          <p:cNvPr id="5" name="CaixaDeTexto 4">
            <a:extLst>
              <a:ext uri="{FF2B5EF4-FFF2-40B4-BE49-F238E27FC236}">
                <a16:creationId xmlns:a16="http://schemas.microsoft.com/office/drawing/2014/main" id="{3F0CE6DB-A281-0058-AE77-F927219DEB54}"/>
              </a:ext>
            </a:extLst>
          </p:cNvPr>
          <p:cNvSpPr txBox="1"/>
          <p:nvPr/>
        </p:nvSpPr>
        <p:spPr>
          <a:xfrm>
            <a:off x="4950702" y="2132856"/>
            <a:ext cx="5717299" cy="3016210"/>
          </a:xfrm>
          <a:prstGeom prst="rect">
            <a:avLst/>
          </a:prstGeom>
          <a:solidFill>
            <a:schemeClr val="bg1">
              <a:lumMod val="50000"/>
            </a:schemeClr>
          </a:solidFill>
          <a:ln>
            <a:solidFill>
              <a:schemeClr val="accent1"/>
            </a:solidFill>
          </a:ln>
        </p:spPr>
        <p:txBody>
          <a:bodyPr wrap="square">
            <a:spAutoFit/>
          </a:bodyPr>
          <a:lstStyle/>
          <a:p>
            <a:r>
              <a:rPr lang="pt-BR" sz="1000" dirty="0" err="1"/>
              <a:t>printf</a:t>
            </a:r>
            <a:r>
              <a:rPr lang="pt-BR" sz="1000" dirty="0"/>
              <a:t>("\n\n###############################################\n\n");</a:t>
            </a:r>
          </a:p>
          <a:p>
            <a:r>
              <a:rPr lang="pt-BR" sz="1000" dirty="0"/>
              <a:t>   </a:t>
            </a:r>
            <a:r>
              <a:rPr lang="pt-BR" sz="1000" dirty="0" err="1"/>
              <a:t>printf</a:t>
            </a:r>
            <a:r>
              <a:rPr lang="pt-BR" sz="1000" dirty="0"/>
              <a:t>(" \</a:t>
            </a:r>
            <a:r>
              <a:rPr lang="pt-BR" sz="1000" dirty="0" err="1"/>
              <a:t>tMatrícula</a:t>
            </a:r>
            <a:r>
              <a:rPr lang="pt-BR" sz="1000" dirty="0"/>
              <a:t> do Funcionário: %d \n",f1.matricula );</a:t>
            </a:r>
          </a:p>
          <a:p>
            <a:r>
              <a:rPr lang="pt-BR" sz="1000" dirty="0"/>
              <a:t>    </a:t>
            </a:r>
            <a:r>
              <a:rPr lang="pt-BR" sz="1000" dirty="0" err="1"/>
              <a:t>printf</a:t>
            </a:r>
            <a:r>
              <a:rPr lang="pt-BR" sz="1000" dirty="0"/>
              <a:t>(" \</a:t>
            </a:r>
            <a:r>
              <a:rPr lang="pt-BR" sz="1000" dirty="0" err="1"/>
              <a:t>tNome</a:t>
            </a:r>
            <a:r>
              <a:rPr lang="pt-BR" sz="1000" dirty="0"/>
              <a:t> do Funcionário: %s \n",f1.nome);</a:t>
            </a:r>
          </a:p>
          <a:p>
            <a:r>
              <a:rPr lang="pt-BR" sz="1000" dirty="0"/>
              <a:t>    </a:t>
            </a:r>
            <a:r>
              <a:rPr lang="pt-BR" sz="1000" dirty="0" err="1"/>
              <a:t>printf</a:t>
            </a:r>
            <a:r>
              <a:rPr lang="pt-BR" sz="1000" dirty="0"/>
              <a:t>(" \</a:t>
            </a:r>
            <a:r>
              <a:rPr lang="pt-BR" sz="1000" dirty="0" err="1"/>
              <a:t>tSalário</a:t>
            </a:r>
            <a:r>
              <a:rPr lang="pt-BR" sz="1000" dirty="0"/>
              <a:t> do Funcionário: %.2f \n",f1.salario );</a:t>
            </a:r>
          </a:p>
          <a:p>
            <a:r>
              <a:rPr lang="pt-BR" sz="1000" dirty="0"/>
              <a:t>    </a:t>
            </a:r>
            <a:r>
              <a:rPr lang="pt-BR" sz="1000" dirty="0" err="1"/>
              <a:t>printf</a:t>
            </a:r>
            <a:r>
              <a:rPr lang="pt-BR" sz="1000" dirty="0"/>
              <a:t>(" \</a:t>
            </a:r>
            <a:r>
              <a:rPr lang="pt-BR" sz="1000" dirty="0" err="1"/>
              <a:t>tNome</a:t>
            </a:r>
            <a:r>
              <a:rPr lang="pt-BR" sz="1000" dirty="0"/>
              <a:t> da rua do Funcionário: %s \n",f1.endereco.rua );</a:t>
            </a:r>
          </a:p>
          <a:p>
            <a:r>
              <a:rPr lang="pt-BR" sz="1000" dirty="0"/>
              <a:t>    </a:t>
            </a:r>
            <a:r>
              <a:rPr lang="pt-BR" sz="1000" dirty="0" err="1"/>
              <a:t>printf</a:t>
            </a:r>
            <a:r>
              <a:rPr lang="pt-BR" sz="1000" dirty="0"/>
              <a:t>(" \</a:t>
            </a:r>
            <a:r>
              <a:rPr lang="pt-BR" sz="1000" dirty="0" err="1"/>
              <a:t>tNúmero</a:t>
            </a:r>
            <a:r>
              <a:rPr lang="pt-BR" sz="1000" dirty="0"/>
              <a:t> da casa do Funcionário:%d \n",f1.endereco.numero );</a:t>
            </a:r>
          </a:p>
          <a:p>
            <a:r>
              <a:rPr lang="pt-BR" sz="1000" dirty="0"/>
              <a:t>    </a:t>
            </a:r>
            <a:r>
              <a:rPr lang="pt-BR" sz="1000" dirty="0" err="1"/>
              <a:t>printf</a:t>
            </a:r>
            <a:r>
              <a:rPr lang="pt-BR" sz="1000" dirty="0"/>
              <a:t>("\n\n###############################################\n\n");</a:t>
            </a:r>
          </a:p>
          <a:p>
            <a:r>
              <a:rPr lang="pt-BR" sz="1000" dirty="0"/>
              <a:t>    </a:t>
            </a:r>
            <a:r>
              <a:rPr lang="pt-BR" sz="1000" dirty="0" err="1"/>
              <a:t>fprintf</a:t>
            </a:r>
            <a:r>
              <a:rPr lang="pt-BR" sz="1000" dirty="0"/>
              <a:t>(p," %d \n",f1.matricula );</a:t>
            </a:r>
          </a:p>
          <a:p>
            <a:r>
              <a:rPr lang="pt-BR" sz="1000" dirty="0"/>
              <a:t>    </a:t>
            </a:r>
            <a:r>
              <a:rPr lang="pt-BR" sz="1000" dirty="0" err="1"/>
              <a:t>fprintf</a:t>
            </a:r>
            <a:r>
              <a:rPr lang="pt-BR" sz="1000" dirty="0"/>
              <a:t>(p," %s \n",f1.nome);</a:t>
            </a:r>
          </a:p>
          <a:p>
            <a:r>
              <a:rPr lang="pt-BR" sz="1000" dirty="0"/>
              <a:t>    </a:t>
            </a:r>
            <a:r>
              <a:rPr lang="pt-BR" sz="1000" dirty="0" err="1"/>
              <a:t>fprintf</a:t>
            </a:r>
            <a:r>
              <a:rPr lang="pt-BR" sz="1000" dirty="0"/>
              <a:t>(p," %f \n",f1.salario );</a:t>
            </a:r>
          </a:p>
          <a:p>
            <a:r>
              <a:rPr lang="pt-BR" sz="1000" dirty="0"/>
              <a:t>    </a:t>
            </a:r>
            <a:r>
              <a:rPr lang="pt-BR" sz="1000" dirty="0" err="1"/>
              <a:t>fprintf</a:t>
            </a:r>
            <a:r>
              <a:rPr lang="pt-BR" sz="1000" dirty="0"/>
              <a:t>(p," %s \n",f1.endereco.rua );</a:t>
            </a:r>
          </a:p>
          <a:p>
            <a:r>
              <a:rPr lang="pt-BR" sz="1000" dirty="0"/>
              <a:t>    </a:t>
            </a:r>
            <a:r>
              <a:rPr lang="pt-BR" sz="1000" dirty="0" err="1"/>
              <a:t>fprintf</a:t>
            </a:r>
            <a:r>
              <a:rPr lang="pt-BR" sz="1000" dirty="0"/>
              <a:t>(p," %d \n",f1.endereco.numero );</a:t>
            </a:r>
          </a:p>
          <a:p>
            <a:r>
              <a:rPr lang="pt-BR" sz="1000" dirty="0" err="1"/>
              <a:t>fclose</a:t>
            </a:r>
            <a:r>
              <a:rPr lang="pt-BR" sz="1000" dirty="0"/>
              <a:t>(p);</a:t>
            </a:r>
          </a:p>
          <a:p>
            <a:r>
              <a:rPr lang="pt-BR" sz="1000" dirty="0"/>
              <a:t>p = </a:t>
            </a:r>
            <a:r>
              <a:rPr lang="pt-BR" sz="1000" dirty="0" err="1"/>
              <a:t>fopen</a:t>
            </a:r>
            <a:r>
              <a:rPr lang="pt-BR" sz="1000" dirty="0"/>
              <a:t>("Teste6.txt","r");</a:t>
            </a:r>
          </a:p>
          <a:p>
            <a:r>
              <a:rPr lang="pt-BR" sz="1000" dirty="0" err="1"/>
              <a:t>while</a:t>
            </a:r>
            <a:r>
              <a:rPr lang="pt-BR" sz="1000" dirty="0"/>
              <a:t> (!</a:t>
            </a:r>
            <a:r>
              <a:rPr lang="pt-BR" sz="1000" dirty="0" err="1"/>
              <a:t>feof</a:t>
            </a:r>
            <a:r>
              <a:rPr lang="pt-BR" sz="1000" dirty="0"/>
              <a:t>(p)){</a:t>
            </a:r>
          </a:p>
          <a:p>
            <a:r>
              <a:rPr lang="pt-BR" sz="1000" dirty="0" err="1"/>
              <a:t>fscanf</a:t>
            </a:r>
            <a:r>
              <a:rPr lang="pt-BR" sz="1000" dirty="0"/>
              <a:t>(</a:t>
            </a:r>
            <a:r>
              <a:rPr lang="pt-BR" sz="1000" dirty="0" err="1"/>
              <a:t>p,"%c",&amp;c</a:t>
            </a:r>
            <a:r>
              <a:rPr lang="pt-BR" sz="1000" dirty="0"/>
              <a:t>);</a:t>
            </a:r>
          </a:p>
          <a:p>
            <a:r>
              <a:rPr lang="pt-BR" sz="1000" dirty="0" err="1"/>
              <a:t>printf</a:t>
            </a:r>
            <a:r>
              <a:rPr lang="pt-BR" sz="1000" dirty="0"/>
              <a:t>("%</a:t>
            </a:r>
            <a:r>
              <a:rPr lang="pt-BR" sz="1000" dirty="0" err="1"/>
              <a:t>c",c</a:t>
            </a:r>
            <a:r>
              <a:rPr lang="pt-BR" sz="1000" dirty="0"/>
              <a:t>);}</a:t>
            </a:r>
          </a:p>
          <a:p>
            <a:r>
              <a:rPr lang="pt-BR" sz="1000" dirty="0" err="1"/>
              <a:t>fclose</a:t>
            </a:r>
            <a:r>
              <a:rPr lang="pt-BR" sz="1000" dirty="0"/>
              <a:t>(p);</a:t>
            </a:r>
          </a:p>
          <a:p>
            <a:r>
              <a:rPr lang="pt-BR" sz="1000" dirty="0"/>
              <a:t>}</a:t>
            </a:r>
          </a:p>
        </p:txBody>
      </p:sp>
    </p:spTree>
    <p:extLst>
      <p:ext uri="{BB962C8B-B14F-4D97-AF65-F5344CB8AC3E}">
        <p14:creationId xmlns:p14="http://schemas.microsoft.com/office/powerpoint/2010/main" val="3325429630"/>
      </p:ext>
    </p:extLst>
  </p:cSld>
  <p:clrMapOvr>
    <a:masterClrMapping/>
  </p:clrMapOvr>
</p:sld>
</file>

<file path=ppt/theme/theme1.xml><?xml version="1.0" encoding="utf-8"?>
<a:theme xmlns:a="http://schemas.openxmlformats.org/drawingml/2006/main" name="Texturizado">
  <a:themeElements>
    <a:clrScheme name="Texturizado 5">
      <a:dk1>
        <a:srgbClr val="003366"/>
      </a:dk1>
      <a:lt1>
        <a:srgbClr val="FFFFFF"/>
      </a:lt1>
      <a:dk2>
        <a:srgbClr val="2B5481"/>
      </a:dk2>
      <a:lt2>
        <a:srgbClr val="E5FFFF"/>
      </a:lt2>
      <a:accent1>
        <a:srgbClr val="009999"/>
      </a:accent1>
      <a:accent2>
        <a:srgbClr val="336699"/>
      </a:accent2>
      <a:accent3>
        <a:srgbClr val="ACB3C1"/>
      </a:accent3>
      <a:accent4>
        <a:srgbClr val="DADADA"/>
      </a:accent4>
      <a:accent5>
        <a:srgbClr val="AACACA"/>
      </a:accent5>
      <a:accent6>
        <a:srgbClr val="2D5C8A"/>
      </a:accent6>
      <a:hlink>
        <a:srgbClr val="00CCFF"/>
      </a:hlink>
      <a:folHlink>
        <a:srgbClr val="FFCC00"/>
      </a:folHlink>
    </a:clrScheme>
    <a:fontScheme name="Texturizado">
      <a:majorFont>
        <a:latin typeface="Tahoma"/>
        <a:ea typeface=""/>
        <a:cs typeface=""/>
      </a:majorFont>
      <a:minorFont>
        <a:latin typeface="Tahoma"/>
        <a:ea typeface=""/>
        <a:cs typeface=""/>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outerShdw blurRad="38100" dist="38100" dir="2700000" algn="tl">
                <a:srgbClr val="000000">
                  <a:alpha val="43137"/>
                </a:srgbClr>
              </a:outerShdw>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outerShdw blurRad="38100" dist="38100" dir="2700000" algn="tl">
                <a:srgbClr val="000000">
                  <a:alpha val="43137"/>
                </a:srgbClr>
              </a:outerShdw>
            </a:effectLst>
            <a:latin typeface="Tahoma" pitchFamily="34" charset="0"/>
          </a:defRPr>
        </a:defPPr>
      </a:lstStyle>
    </a:lnDef>
  </a:objectDefaults>
  <a:extraClrSchemeLst>
    <a:extraClrScheme>
      <a:clrScheme name="Texturizado 1">
        <a:dk1>
          <a:srgbClr val="660000"/>
        </a:dk1>
        <a:lt1>
          <a:srgbClr val="FFFFFF"/>
        </a:lt1>
        <a:dk2>
          <a:srgbClr val="800000"/>
        </a:dk2>
        <a:lt2>
          <a:srgbClr val="FFFFCC"/>
        </a:lt2>
        <a:accent1>
          <a:srgbClr val="BE7960"/>
        </a:accent1>
        <a:accent2>
          <a:srgbClr val="CC6600"/>
        </a:accent2>
        <a:accent3>
          <a:srgbClr val="C0AAAA"/>
        </a:accent3>
        <a:accent4>
          <a:srgbClr val="DADADA"/>
        </a:accent4>
        <a:accent5>
          <a:srgbClr val="DBBEB6"/>
        </a:accent5>
        <a:accent6>
          <a:srgbClr val="B95C00"/>
        </a:accent6>
        <a:hlink>
          <a:srgbClr val="FFCC66"/>
        </a:hlink>
        <a:folHlink>
          <a:srgbClr val="CC3300"/>
        </a:folHlink>
      </a:clrScheme>
      <a:clrMap bg1="dk2" tx1="lt1" bg2="dk1" tx2="lt2" accent1="accent1" accent2="accent2" accent3="accent3" accent4="accent4" accent5="accent5" accent6="accent6" hlink="hlink" folHlink="folHlink"/>
    </a:extraClrScheme>
    <a:extraClrScheme>
      <a:clrScheme name="Texturizado 2">
        <a:dk1>
          <a:srgbClr val="003300"/>
        </a:dk1>
        <a:lt1>
          <a:srgbClr val="FFFFFF"/>
        </a:lt1>
        <a:dk2>
          <a:srgbClr val="4D6A2A"/>
        </a:dk2>
        <a:lt2>
          <a:srgbClr val="CCFF99"/>
        </a:lt2>
        <a:accent1>
          <a:srgbClr val="33CC33"/>
        </a:accent1>
        <a:accent2>
          <a:srgbClr val="46562A"/>
        </a:accent2>
        <a:accent3>
          <a:srgbClr val="B2B9AC"/>
        </a:accent3>
        <a:accent4>
          <a:srgbClr val="DADADA"/>
        </a:accent4>
        <a:accent5>
          <a:srgbClr val="ADE2AD"/>
        </a:accent5>
        <a:accent6>
          <a:srgbClr val="3F4D25"/>
        </a:accent6>
        <a:hlink>
          <a:srgbClr val="009999"/>
        </a:hlink>
        <a:folHlink>
          <a:srgbClr val="CCCC00"/>
        </a:folHlink>
      </a:clrScheme>
      <a:clrMap bg1="dk2" tx1="lt1" bg2="dk1" tx2="lt2" accent1="accent1" accent2="accent2" accent3="accent3" accent4="accent4" accent5="accent5" accent6="accent6" hlink="hlink" folHlink="folHlink"/>
    </a:extraClrScheme>
    <a:extraClrScheme>
      <a:clrScheme name="Texturizado 3">
        <a:dk1>
          <a:srgbClr val="4E4E74"/>
        </a:dk1>
        <a:lt1>
          <a:srgbClr val="FFFFFF"/>
        </a:lt1>
        <a:dk2>
          <a:srgbClr val="666699"/>
        </a:dk2>
        <a:lt2>
          <a:srgbClr val="FFFFCC"/>
        </a:lt2>
        <a:accent1>
          <a:srgbClr val="5E5884"/>
        </a:accent1>
        <a:accent2>
          <a:srgbClr val="8AB29D"/>
        </a:accent2>
        <a:accent3>
          <a:srgbClr val="B8B8CA"/>
        </a:accent3>
        <a:accent4>
          <a:srgbClr val="DADADA"/>
        </a:accent4>
        <a:accent5>
          <a:srgbClr val="B6B4C2"/>
        </a:accent5>
        <a:accent6>
          <a:srgbClr val="7DA18E"/>
        </a:accent6>
        <a:hlink>
          <a:srgbClr val="FFFF99"/>
        </a:hlink>
        <a:folHlink>
          <a:srgbClr val="FFCC00"/>
        </a:folHlink>
      </a:clrScheme>
      <a:clrMap bg1="dk2" tx1="lt1" bg2="dk1" tx2="lt2" accent1="accent1" accent2="accent2" accent3="accent3" accent4="accent4" accent5="accent5" accent6="accent6" hlink="hlink" folHlink="folHlink"/>
    </a:extraClrScheme>
    <a:extraClrScheme>
      <a:clrScheme name="Texturizado 4">
        <a:dk1>
          <a:srgbClr val="004E4C"/>
        </a:dk1>
        <a:lt1>
          <a:srgbClr val="FFFFFF"/>
        </a:lt1>
        <a:dk2>
          <a:srgbClr val="006666"/>
        </a:dk2>
        <a:lt2>
          <a:srgbClr val="FFFFCC"/>
        </a:lt2>
        <a:accent1>
          <a:srgbClr val="FFCC00"/>
        </a:accent1>
        <a:accent2>
          <a:srgbClr val="00B0AC"/>
        </a:accent2>
        <a:accent3>
          <a:srgbClr val="AAB8B8"/>
        </a:accent3>
        <a:accent4>
          <a:srgbClr val="DADADA"/>
        </a:accent4>
        <a:accent5>
          <a:srgbClr val="FFE2AA"/>
        </a:accent5>
        <a:accent6>
          <a:srgbClr val="009F9B"/>
        </a:accent6>
        <a:hlink>
          <a:srgbClr val="BA7C3E"/>
        </a:hlink>
        <a:folHlink>
          <a:srgbClr val="724C00"/>
        </a:folHlink>
      </a:clrScheme>
      <a:clrMap bg1="dk2" tx1="lt1" bg2="dk1" tx2="lt2" accent1="accent1" accent2="accent2" accent3="accent3" accent4="accent4" accent5="accent5" accent6="accent6" hlink="hlink" folHlink="folHlink"/>
    </a:extraClrScheme>
    <a:extraClrScheme>
      <a:clrScheme name="Texturizado 5">
        <a:dk1>
          <a:srgbClr val="003366"/>
        </a:dk1>
        <a:lt1>
          <a:srgbClr val="FFFFFF"/>
        </a:lt1>
        <a:dk2>
          <a:srgbClr val="2B5481"/>
        </a:dk2>
        <a:lt2>
          <a:srgbClr val="E5FFFF"/>
        </a:lt2>
        <a:accent1>
          <a:srgbClr val="009999"/>
        </a:accent1>
        <a:accent2>
          <a:srgbClr val="336699"/>
        </a:accent2>
        <a:accent3>
          <a:srgbClr val="ACB3C1"/>
        </a:accent3>
        <a:accent4>
          <a:srgbClr val="DADADA"/>
        </a:accent4>
        <a:accent5>
          <a:srgbClr val="AACACA"/>
        </a:accent5>
        <a:accent6>
          <a:srgbClr val="2D5C8A"/>
        </a:accent6>
        <a:hlink>
          <a:srgbClr val="00CCFF"/>
        </a:hlink>
        <a:folHlink>
          <a:srgbClr val="FFCC00"/>
        </a:folHlink>
      </a:clrScheme>
      <a:clrMap bg1="dk2" tx1="lt1" bg2="dk1" tx2="lt2" accent1="accent1" accent2="accent2" accent3="accent3" accent4="accent4" accent5="accent5" accent6="accent6" hlink="hlink" folHlink="folHlink"/>
    </a:extraClrScheme>
    <a:extraClrScheme>
      <a:clrScheme name="Texturizado 6">
        <a:dk1>
          <a:srgbClr val="080808"/>
        </a:dk1>
        <a:lt1>
          <a:srgbClr val="FFFFFF"/>
        </a:lt1>
        <a:dk2>
          <a:srgbClr val="4D4D4D"/>
        </a:dk2>
        <a:lt2>
          <a:srgbClr val="FFFFFF"/>
        </a:lt2>
        <a:accent1>
          <a:srgbClr val="666699"/>
        </a:accent1>
        <a:accent2>
          <a:srgbClr val="3366CC"/>
        </a:accent2>
        <a:accent3>
          <a:srgbClr val="B2B2B2"/>
        </a:accent3>
        <a:accent4>
          <a:srgbClr val="DADADA"/>
        </a:accent4>
        <a:accent5>
          <a:srgbClr val="B8B8CA"/>
        </a:accent5>
        <a:accent6>
          <a:srgbClr val="2D5CB9"/>
        </a:accent6>
        <a:hlink>
          <a:srgbClr val="00CCFF"/>
        </a:hlink>
        <a:folHlink>
          <a:srgbClr val="CCCCFF"/>
        </a:folHlink>
      </a:clrScheme>
      <a:clrMap bg1="dk2" tx1="lt1" bg2="dk1" tx2="lt2" accent1="accent1" accent2="accent2" accent3="accent3" accent4="accent4" accent5="accent5" accent6="accent6" hlink="hlink" folHlink="folHlink"/>
    </a:extraClrScheme>
    <a:extraClrScheme>
      <a:clrScheme name="Texturizado 7">
        <a:dk1>
          <a:srgbClr val="000000"/>
        </a:dk1>
        <a:lt1>
          <a:srgbClr val="DBDAC2"/>
        </a:lt1>
        <a:dk2>
          <a:srgbClr val="827F4C"/>
        </a:dk2>
        <a:lt2>
          <a:srgbClr val="C0BC94"/>
        </a:lt2>
        <a:accent1>
          <a:srgbClr val="AAA578"/>
        </a:accent1>
        <a:accent2>
          <a:srgbClr val="A2A4AC"/>
        </a:accent2>
        <a:accent3>
          <a:srgbClr val="EAEADD"/>
        </a:accent3>
        <a:accent4>
          <a:srgbClr val="000000"/>
        </a:accent4>
        <a:accent5>
          <a:srgbClr val="D2CFBE"/>
        </a:accent5>
        <a:accent6>
          <a:srgbClr val="92949B"/>
        </a:accent6>
        <a:hlink>
          <a:srgbClr val="5B8800"/>
        </a:hlink>
        <a:folHlink>
          <a:srgbClr val="686532"/>
        </a:folHlink>
      </a:clrScheme>
      <a:clrMap bg1="lt1" tx1="dk1" bg2="lt2" tx2="dk2" accent1="accent1" accent2="accent2" accent3="accent3" accent4="accent4" accent5="accent5" accent6="accent6" hlink="hlink" folHlink="folHlink"/>
    </a:extraClrScheme>
    <a:extraClrScheme>
      <a:clrScheme name="Texturizado 8">
        <a:dk1>
          <a:srgbClr val="000000"/>
        </a:dk1>
        <a:lt1>
          <a:srgbClr val="DCE8F4"/>
        </a:lt1>
        <a:dk2>
          <a:srgbClr val="7B9CB5"/>
        </a:dk2>
        <a:lt2>
          <a:srgbClr val="969696"/>
        </a:lt2>
        <a:accent1>
          <a:srgbClr val="FFFFFF"/>
        </a:accent1>
        <a:accent2>
          <a:srgbClr val="00BAB6"/>
        </a:accent2>
        <a:accent3>
          <a:srgbClr val="EBF2F8"/>
        </a:accent3>
        <a:accent4>
          <a:srgbClr val="000000"/>
        </a:accent4>
        <a:accent5>
          <a:srgbClr val="FFFFFF"/>
        </a:accent5>
        <a:accent6>
          <a:srgbClr val="00A8A5"/>
        </a:accent6>
        <a:hlink>
          <a:srgbClr val="8A8AD8"/>
        </a:hlink>
        <a:folHlink>
          <a:srgbClr val="24249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ema do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o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C31A93D2CB35614FA45893B80519B5BE" ma:contentTypeVersion="7" ma:contentTypeDescription="Crie um novo documento." ma:contentTypeScope="" ma:versionID="d5819fe5c110c5934286adf054d8c361">
  <xsd:schema xmlns:xsd="http://www.w3.org/2001/XMLSchema" xmlns:xs="http://www.w3.org/2001/XMLSchema" xmlns:p="http://schemas.microsoft.com/office/2006/metadata/properties" xmlns:ns2="d4266379-08b9-4d9e-9b69-a807b6d0c153" targetNamespace="http://schemas.microsoft.com/office/2006/metadata/properties" ma:root="true" ma:fieldsID="e76dccc702da44555f125f79004340bd" ns2:_="">
    <xsd:import namespace="d4266379-08b9-4d9e-9b69-a807b6d0c15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266379-08b9-4d9e-9b69-a807b6d0c15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C97FCDA-E4C4-4744-AE2F-FD6FF451790D}"/>
</file>

<file path=customXml/itemProps2.xml><?xml version="1.0" encoding="utf-8"?>
<ds:datastoreItem xmlns:ds="http://schemas.openxmlformats.org/officeDocument/2006/customXml" ds:itemID="{D99ABEF1-94FF-456D-BE49-0DF7B929DBA4}"/>
</file>

<file path=customXml/itemProps3.xml><?xml version="1.0" encoding="utf-8"?>
<ds:datastoreItem xmlns:ds="http://schemas.openxmlformats.org/officeDocument/2006/customXml" ds:itemID="{C5C49599-45FC-4B20-A415-6C49F9B60B52}"/>
</file>

<file path=docProps/app.xml><?xml version="1.0" encoding="utf-8"?>
<Properties xmlns="http://schemas.openxmlformats.org/officeDocument/2006/extended-properties" xmlns:vt="http://schemas.openxmlformats.org/officeDocument/2006/docPropsVTypes">
  <Template>Textured</Template>
  <TotalTime>27874</TotalTime>
  <Words>6190</Words>
  <Application>Microsoft Office PowerPoint</Application>
  <PresentationFormat>Widescreen</PresentationFormat>
  <Paragraphs>746</Paragraphs>
  <Slides>52</Slides>
  <Notes>39</Notes>
  <HiddenSlides>0</HiddenSlides>
  <MMClips>0</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52</vt:i4>
      </vt:variant>
    </vt:vector>
  </HeadingPairs>
  <TitlesOfParts>
    <vt:vector size="58" baseType="lpstr">
      <vt:lpstr>SimSun</vt:lpstr>
      <vt:lpstr>Arial</vt:lpstr>
      <vt:lpstr>Tahoma</vt:lpstr>
      <vt:lpstr>Times New Roman</vt:lpstr>
      <vt:lpstr>Wingdings</vt:lpstr>
      <vt:lpstr>Texturizado</vt:lpstr>
      <vt:lpstr>Linguagem de Programação C  UNIDADE 6</vt:lpstr>
      <vt:lpstr>Linguagem de Programação C  UNIDADE 6</vt:lpstr>
      <vt:lpstr>6.1 - Vetores e matrizes estáticos (variáveis homogêneas)</vt:lpstr>
      <vt:lpstr>6.1 - Vetores e matrizes estáticos (variáveis homogêneas)</vt:lpstr>
      <vt:lpstr>6.1 - Vetores e matrizes estáticos (variáveis homogêneas)</vt:lpstr>
      <vt:lpstr>6.1 - Vetores e matrizes estáticos (variáveis homogêneas)</vt:lpstr>
      <vt:lpstr>6.1 - Vetores e matrizes estáticos  Declaração e inicialização de vetores </vt:lpstr>
      <vt:lpstr>6.1 - Vetores e matrizes estáticos  Declaração e inicialização de vetores</vt:lpstr>
      <vt:lpstr>6.1 - Vetores e matrizes estáticos  Declaração e inicialização de vetores </vt:lpstr>
      <vt:lpstr>6.1 - Vetores e matrizes estáticos  Declaração e inicialização de vetores </vt:lpstr>
      <vt:lpstr>Apresentação do PowerPoint</vt:lpstr>
      <vt:lpstr>6.1 - Vetores e matrizes estáticos  Declaração e inicialização de vetores </vt:lpstr>
      <vt:lpstr>6.1 - Vetores e matrizes estáticos  Referência a elementos de vetor </vt:lpstr>
      <vt:lpstr>6.1 - Vetores e matrizes estáticos  Inicialização de vetores</vt:lpstr>
      <vt:lpstr>6.1 - Vetores e matrizes estáticos  Inicialização de vetores</vt:lpstr>
      <vt:lpstr>6.1 - Vetores e matrizes estáticos  Soma de elementos de um vetor </vt:lpstr>
      <vt:lpstr>Exercícios</vt:lpstr>
      <vt:lpstr>Exercícios</vt:lpstr>
      <vt:lpstr>6.2 - Strings</vt:lpstr>
      <vt:lpstr>6.2 - Strings </vt:lpstr>
      <vt:lpstr>6.2 - Strings</vt:lpstr>
      <vt:lpstr>6.3 - Arrays Multidimensionais  ou Vetores Multidimensionais </vt:lpstr>
      <vt:lpstr>6.3 - Arrays Multidimensionais</vt:lpstr>
      <vt:lpstr>6.3 - Arrays Multidimensionais</vt:lpstr>
      <vt:lpstr>6.3 - Arrays Multidimensionais  Declaração e inicialização  </vt:lpstr>
      <vt:lpstr>6.3 - Arrays Multidimensionais  Declaração e inicialização  </vt:lpstr>
      <vt:lpstr>6.3 - Arrays Multidimensionais  Declaração e inicialização  </vt:lpstr>
      <vt:lpstr>6.3 - Arrays Multidimensionais  Declaração e inicialização  </vt:lpstr>
      <vt:lpstr>6.3 - Arrays Multidimensionais  Declaração e inicialização  </vt:lpstr>
      <vt:lpstr>Exercícios </vt:lpstr>
      <vt:lpstr>Exercícios</vt:lpstr>
      <vt:lpstr>Exercícios</vt:lpstr>
      <vt:lpstr>Pagina 97 do livro</vt:lpstr>
      <vt:lpstr>Apresentação do PowerPoint</vt:lpstr>
      <vt:lpstr> 6.4 - Estruturas (variáveis heterogêneas)</vt:lpstr>
      <vt:lpstr> 6.4 - Estruturas (variáveis heterogêneas)</vt:lpstr>
      <vt:lpstr> 6.4 - Estruturas (variáveis heterogêneas)</vt:lpstr>
      <vt:lpstr> 6.4 - Estruturas (variáveis heterogêneas)</vt:lpstr>
      <vt:lpstr>6.4 - Estruturas (variáveis heterogêneas)</vt:lpstr>
      <vt:lpstr>6.4 - Estruturas (variáveis heterogêneas)</vt:lpstr>
      <vt:lpstr>6.4 - Estruturas (variáveis heterogêneas)</vt:lpstr>
      <vt:lpstr>Apresentação do PowerPoint</vt:lpstr>
      <vt:lpstr>6.4 - Estruturas (variáveis heterogêneas) Declaração da Estrutura</vt:lpstr>
      <vt:lpstr>6.4 - Estruturas (variáveis heterogêneas)</vt:lpstr>
      <vt:lpstr>6.4 - Estruturas (variáveis heterogêneas)</vt:lpstr>
      <vt:lpstr>6.4 - Estruturas (variáveis heterogêneas)</vt:lpstr>
      <vt:lpstr>6.4 - Estruturas (variáveis heterogêneas)</vt:lpstr>
      <vt:lpstr>Observações </vt:lpstr>
      <vt:lpstr>Exercício</vt:lpstr>
      <vt:lpstr>Exercício</vt:lpstr>
      <vt:lpstr>Apresentação do PowerPoint</vt:lpstr>
      <vt:lpstr>Apresentação do PowerPoint</vt:lpstr>
    </vt:vector>
  </TitlesOfParts>
  <Company>ITA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INSTITUTO TECNOLOGICO DE AERO</dc:creator>
  <cp:lastModifiedBy>Pedro Carlos Euphrásio</cp:lastModifiedBy>
  <cp:revision>843</cp:revision>
  <cp:lastPrinted>2010-09-22T00:04:35Z</cp:lastPrinted>
  <dcterms:created xsi:type="dcterms:W3CDTF">2003-07-17T00:20:49Z</dcterms:created>
  <dcterms:modified xsi:type="dcterms:W3CDTF">2025-09-28T17:24:12Z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0x010100C31A93D2CB35614FA45893B80519B5BE</vt:lpwstr>
  </property>
</Properties>
</file>